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91" r:id="rId2"/>
    <p:sldId id="256" r:id="rId3"/>
    <p:sldId id="257" r:id="rId4"/>
    <p:sldId id="258" r:id="rId5"/>
    <p:sldId id="259" r:id="rId6"/>
    <p:sldId id="260" r:id="rId7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9"/>
      <p:bold r:id="rId10"/>
      <p:italic r:id="rId11"/>
    </p:embeddedFont>
    <p:embeddedFont>
      <p:font typeface="Inter" panose="020B0604020202020204" charset="0"/>
      <p:bold r:id="rId12"/>
      <p:boldItalic r:id="rId13"/>
    </p:embeddedFont>
    <p:embeddedFont>
      <p:font typeface="Inter ExtraBold" panose="020B0604020202020204" charset="0"/>
      <p:bold r:id="rId14"/>
      <p:boldItalic r:id="rId15"/>
    </p:embeddedFont>
    <p:embeddedFont>
      <p:font typeface="Inter Medium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9C5C36-642F-4493-BA88-43AD238ED75A}" v="5" dt="2026-09-30T06:59:12.085"/>
  </p1510:revLst>
</p1510:revInfo>
</file>

<file path=ppt/tableStyles.xml><?xml version="1.0" encoding="utf-8"?>
<a:tblStyleLst xmlns:a="http://schemas.openxmlformats.org/drawingml/2006/main" def="{736DA802-2E7C-492D-8008-5AF49AE02074}">
  <a:tblStyle styleId="{736DA802-2E7C-492D-8008-5AF49AE020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54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microsoft.com/office/2016/11/relationships/changesInfo" Target="changesInfos/changesInfo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dhyani" userId="3767003ed00eb1cd" providerId="LiveId" clId="{B14164B4-9738-413A-A4C4-A107F7189E8C}"/>
    <pc:docChg chg="custSel modSld">
      <pc:chgData name="abhinav dhyani" userId="3767003ed00eb1cd" providerId="LiveId" clId="{B14164B4-9738-413A-A4C4-A107F7189E8C}" dt="2026-09-30T07:01:02.079" v="10" actId="478"/>
      <pc:docMkLst>
        <pc:docMk/>
      </pc:docMkLst>
      <pc:sldChg chg="addSp delSp modSp mod modTransition delAnim modAnim">
        <pc:chgData name="abhinav dhyani" userId="3767003ed00eb1cd" providerId="LiveId" clId="{B14164B4-9738-413A-A4C4-A107F7189E8C}" dt="2026-09-30T07:00:50.906" v="6" actId="478"/>
        <pc:sldMkLst>
          <pc:docMk/>
          <pc:sldMk cId="0" sldId="256"/>
        </pc:sldMkLst>
        <pc:picChg chg="add del mod">
          <ac:chgData name="abhinav dhyani" userId="3767003ed00eb1cd" providerId="LiveId" clId="{B14164B4-9738-413A-A4C4-A107F7189E8C}" dt="2026-09-30T06:37:49.210" v="1"/>
          <ac:picMkLst>
            <pc:docMk/>
            <pc:sldMk cId="0" sldId="256"/>
            <ac:picMk id="2" creationId="{5FF9D017-2909-560F-9D28-6E95C359FB74}"/>
          </ac:picMkLst>
        </pc:picChg>
        <pc:picChg chg="add del mod">
          <ac:chgData name="abhinav dhyani" userId="3767003ed00eb1cd" providerId="LiveId" clId="{B14164B4-9738-413A-A4C4-A107F7189E8C}" dt="2026-09-30T06:50:49.275" v="3"/>
          <ac:picMkLst>
            <pc:docMk/>
            <pc:sldMk cId="0" sldId="256"/>
            <ac:picMk id="3" creationId="{D831469A-0DEC-FEDF-19C3-685589B2CC96}"/>
          </ac:picMkLst>
        </pc:picChg>
        <pc:picChg chg="add del mod">
          <ac:chgData name="abhinav dhyani" userId="3767003ed00eb1cd" providerId="LiveId" clId="{B14164B4-9738-413A-A4C4-A107F7189E8C}" dt="2026-09-30T07:00:50.906" v="6" actId="478"/>
          <ac:picMkLst>
            <pc:docMk/>
            <pc:sldMk cId="0" sldId="256"/>
            <ac:picMk id="4" creationId="{94DF66FA-6294-ADF9-63C9-8C949CB0ADFC}"/>
          </ac:picMkLst>
        </pc:picChg>
      </pc:sldChg>
      <pc:sldChg chg="addSp delSp modSp mod modTransition delAnim modAnim modNotes">
        <pc:chgData name="abhinav dhyani" userId="3767003ed00eb1cd" providerId="LiveId" clId="{B14164B4-9738-413A-A4C4-A107F7189E8C}" dt="2026-09-30T07:00:53.631" v="7" actId="478"/>
        <pc:sldMkLst>
          <pc:docMk/>
          <pc:sldMk cId="0" sldId="257"/>
        </pc:sldMkLst>
        <pc:picChg chg="add del mod">
          <ac:chgData name="abhinav dhyani" userId="3767003ed00eb1cd" providerId="LiveId" clId="{B14164B4-9738-413A-A4C4-A107F7189E8C}" dt="2026-09-30T06:50:49.275" v="3"/>
          <ac:picMkLst>
            <pc:docMk/>
            <pc:sldMk cId="0" sldId="257"/>
            <ac:picMk id="2" creationId="{31E5026F-C973-CEC5-AA1A-F253EDBB05D6}"/>
          </ac:picMkLst>
        </pc:picChg>
        <pc:picChg chg="add del mod">
          <ac:chgData name="abhinav dhyani" userId="3767003ed00eb1cd" providerId="LiveId" clId="{B14164B4-9738-413A-A4C4-A107F7189E8C}" dt="2026-09-30T07:00:53.631" v="7" actId="478"/>
          <ac:picMkLst>
            <pc:docMk/>
            <pc:sldMk cId="0" sldId="257"/>
            <ac:picMk id="3" creationId="{A18698A6-096A-44B4-02B6-92A1B578ABF6}"/>
          </ac:picMkLst>
        </pc:picChg>
      </pc:sldChg>
      <pc:sldChg chg="addSp delSp modSp mod modTransition delAnim modAnim modNotes">
        <pc:chgData name="abhinav dhyani" userId="3767003ed00eb1cd" providerId="LiveId" clId="{B14164B4-9738-413A-A4C4-A107F7189E8C}" dt="2026-09-30T07:00:56.256" v="8" actId="478"/>
        <pc:sldMkLst>
          <pc:docMk/>
          <pc:sldMk cId="0" sldId="258"/>
        </pc:sldMkLst>
        <pc:picChg chg="add del mod">
          <ac:chgData name="abhinav dhyani" userId="3767003ed00eb1cd" providerId="LiveId" clId="{B14164B4-9738-413A-A4C4-A107F7189E8C}" dt="2026-09-30T06:50:49.275" v="3"/>
          <ac:picMkLst>
            <pc:docMk/>
            <pc:sldMk cId="0" sldId="258"/>
            <ac:picMk id="2" creationId="{5FF07C8A-EA8D-8C1C-147C-3C38AE35C20D}"/>
          </ac:picMkLst>
        </pc:picChg>
        <pc:picChg chg="add del mod">
          <ac:chgData name="abhinav dhyani" userId="3767003ed00eb1cd" providerId="LiveId" clId="{B14164B4-9738-413A-A4C4-A107F7189E8C}" dt="2026-09-30T07:00:56.256" v="8" actId="478"/>
          <ac:picMkLst>
            <pc:docMk/>
            <pc:sldMk cId="0" sldId="258"/>
            <ac:picMk id="3" creationId="{6664DE2D-0553-CEC6-3EE3-71E1C3E635E7}"/>
          </ac:picMkLst>
        </pc:picChg>
      </pc:sldChg>
      <pc:sldChg chg="addSp delSp modSp mod modTransition delAnim modAnim modNotes">
        <pc:chgData name="abhinav dhyani" userId="3767003ed00eb1cd" providerId="LiveId" clId="{B14164B4-9738-413A-A4C4-A107F7189E8C}" dt="2026-09-30T07:00:59.200" v="9" actId="478"/>
        <pc:sldMkLst>
          <pc:docMk/>
          <pc:sldMk cId="0" sldId="259"/>
        </pc:sldMkLst>
        <pc:picChg chg="add del mod">
          <ac:chgData name="abhinav dhyani" userId="3767003ed00eb1cd" providerId="LiveId" clId="{B14164B4-9738-413A-A4C4-A107F7189E8C}" dt="2026-09-30T06:50:49.275" v="3"/>
          <ac:picMkLst>
            <pc:docMk/>
            <pc:sldMk cId="0" sldId="259"/>
            <ac:picMk id="2" creationId="{78FA038E-8624-EBFD-C8DE-8E1CE40144AC}"/>
          </ac:picMkLst>
        </pc:picChg>
        <pc:picChg chg="add del mod">
          <ac:chgData name="abhinav dhyani" userId="3767003ed00eb1cd" providerId="LiveId" clId="{B14164B4-9738-413A-A4C4-A107F7189E8C}" dt="2026-09-30T07:00:59.200" v="9" actId="478"/>
          <ac:picMkLst>
            <pc:docMk/>
            <pc:sldMk cId="0" sldId="259"/>
            <ac:picMk id="3" creationId="{ED6DE90D-FB8A-1645-68BD-CD3E3079A876}"/>
          </ac:picMkLst>
        </pc:picChg>
      </pc:sldChg>
      <pc:sldChg chg="addSp delSp modSp mod modTransition delAnim modAnim">
        <pc:chgData name="abhinav dhyani" userId="3767003ed00eb1cd" providerId="LiveId" clId="{B14164B4-9738-413A-A4C4-A107F7189E8C}" dt="2026-09-30T07:01:02.079" v="10" actId="478"/>
        <pc:sldMkLst>
          <pc:docMk/>
          <pc:sldMk cId="0" sldId="260"/>
        </pc:sldMkLst>
        <pc:picChg chg="add del mod">
          <ac:chgData name="abhinav dhyani" userId="3767003ed00eb1cd" providerId="LiveId" clId="{B14164B4-9738-413A-A4C4-A107F7189E8C}" dt="2026-09-30T06:50:49.275" v="3"/>
          <ac:picMkLst>
            <pc:docMk/>
            <pc:sldMk cId="0" sldId="260"/>
            <ac:picMk id="2" creationId="{A7EDE702-3BD8-440B-A3C8-C1E54D4AB001}"/>
          </ac:picMkLst>
        </pc:picChg>
        <pc:picChg chg="add del mod">
          <ac:chgData name="abhinav dhyani" userId="3767003ed00eb1cd" providerId="LiveId" clId="{B14164B4-9738-413A-A4C4-A107F7189E8C}" dt="2026-09-30T07:01:02.079" v="10" actId="478"/>
          <ac:picMkLst>
            <pc:docMk/>
            <pc:sldMk cId="0" sldId="260"/>
            <ac:picMk id="4" creationId="{823D32FE-39C3-2F02-0D03-B856ECFACA21}"/>
          </ac:picMkLst>
        </pc:picChg>
      </pc:sldChg>
      <pc:sldChg chg="addSp delSp modSp mod modTransition delAnim modAnim">
        <pc:chgData name="abhinav dhyani" userId="3767003ed00eb1cd" providerId="LiveId" clId="{B14164B4-9738-413A-A4C4-A107F7189E8C}" dt="2026-09-30T07:00:47.822" v="5" actId="478"/>
        <pc:sldMkLst>
          <pc:docMk/>
          <pc:sldMk cId="0" sldId="291"/>
        </pc:sldMkLst>
        <pc:picChg chg="add del mod">
          <ac:chgData name="abhinav dhyani" userId="3767003ed00eb1cd" providerId="LiveId" clId="{B14164B4-9738-413A-A4C4-A107F7189E8C}" dt="2026-09-30T06:37:49.210" v="1"/>
          <ac:picMkLst>
            <pc:docMk/>
            <pc:sldMk cId="0" sldId="291"/>
            <ac:picMk id="3" creationId="{376E7D08-253F-AD1C-799D-AEADAA8B61C8}"/>
          </ac:picMkLst>
        </pc:picChg>
        <pc:picChg chg="add del mod">
          <ac:chgData name="abhinav dhyani" userId="3767003ed00eb1cd" providerId="LiveId" clId="{B14164B4-9738-413A-A4C4-A107F7189E8C}" dt="2026-09-30T06:50:49.275" v="3"/>
          <ac:picMkLst>
            <pc:docMk/>
            <pc:sldMk cId="0" sldId="291"/>
            <ac:picMk id="6" creationId="{A6C3209B-A192-7ED1-25FF-063E42115B38}"/>
          </ac:picMkLst>
        </pc:picChg>
        <pc:picChg chg="add del mod">
          <ac:chgData name="abhinav dhyani" userId="3767003ed00eb1cd" providerId="LiveId" clId="{B14164B4-9738-413A-A4C4-A107F7189E8C}" dt="2026-09-30T07:00:47.822" v="5" actId="478"/>
          <ac:picMkLst>
            <pc:docMk/>
            <pc:sldMk cId="0" sldId="291"/>
            <ac:picMk id="7" creationId="{BB827BDF-2926-666C-9DDC-AF38C54E7C8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e1fc6f74d20c101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h5e1fc6f74d20c101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5e1fc6f74d20c101_3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h5e1fc6f74d20c101_3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5e1fc6f74d20c101_3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h5e1fc6f74d20c101_3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5e1fc6f74d20c101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h5e1fc6f74d20c101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5e1fc6f74d20c101_3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h5e1fc6f74d20c101_3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5377678" y="1341712"/>
            <a:ext cx="2402632" cy="2569678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34265" y="180567"/>
            <a:ext cx="6400800" cy="131445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48465" y="-395068"/>
            <a:ext cx="7772400" cy="1557338"/>
          </a:xfrm>
        </p:spPr>
        <p:txBody>
          <a:bodyPr/>
          <a:lstStyle/>
          <a:p>
            <a:r>
              <a:rPr lang="en-US" sz="3000" b="1" dirty="0">
                <a:solidFill>
                  <a:schemeClr val="accent1"/>
                </a:solidFill>
                <a:latin typeface="Garamond" panose="02020404030301010803" pitchFamily="18" charset="0"/>
              </a:rPr>
              <a:t>SMART INDIA HACKATHON 2026</a:t>
            </a:r>
            <a:endParaRPr lang="en-IN" sz="3000" b="1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1281" y="1032184"/>
            <a:ext cx="4443413" cy="376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50" dirty="0"/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800" dirty="0"/>
              <a:t>SIH26181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1800" dirty="0"/>
              <a:t>AI-Powered Personal Health Companion &amp; Edge Disaster Monitor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1800" dirty="0"/>
              <a:t>MedTech / </a:t>
            </a:r>
            <a:r>
              <a:rPr lang="en-IN" sz="1800" dirty="0" err="1"/>
              <a:t>BioTech</a:t>
            </a:r>
            <a:r>
              <a:rPr lang="en-IN" sz="1800" dirty="0"/>
              <a:t> / HealthTech</a:t>
            </a:r>
            <a:endParaRPr lang="en-US" sz="1800" dirty="0"/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800" dirty="0"/>
              <a:t>Hardware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1800" dirty="0"/>
              <a:t>171695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800" dirty="0"/>
              <a:t>CHIPSTERS</a:t>
            </a:r>
            <a:endParaRPr lang="en-IN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064" y="1125"/>
            <a:ext cx="1687388" cy="7967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129"/>
    </mc:Choice>
    <mc:Fallback>
      <p:transition spd="slow" advTm="151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74320" y="171450"/>
            <a:ext cx="1028700" cy="617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b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Chipsters</a:t>
            </a:r>
            <a:endParaRPr sz="1100"/>
          </a:p>
        </p:txBody>
      </p:sp>
      <p:sp>
        <p:nvSpPr>
          <p:cNvPr id="85" name="Google Shape;85;p13"/>
          <p:cNvSpPr txBox="1"/>
          <p:nvPr/>
        </p:nvSpPr>
        <p:spPr>
          <a:xfrm>
            <a:off x="1508760" y="190500"/>
            <a:ext cx="60351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IDEA TITLE</a:t>
            </a:r>
            <a:endParaRPr sz="22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6" name="Google Shape;86;p13" descr="page_2_img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34890"/>
            <a:ext cx="9143771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474382" y="4869180"/>
            <a:ext cx="195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8" name="Google Shape;88;p13"/>
          <p:cNvSpPr/>
          <p:nvPr/>
        </p:nvSpPr>
        <p:spPr>
          <a:xfrm>
            <a:off x="476250" y="1758950"/>
            <a:ext cx="3952800" cy="3000300"/>
          </a:xfrm>
          <a:prstGeom prst="roundRect">
            <a:avLst>
              <a:gd name="adj" fmla="val 5079"/>
            </a:avLst>
          </a:prstGeom>
          <a:solidFill>
            <a:srgbClr val="FEF2F2"/>
          </a:solidFill>
          <a:ln w="14300" cap="flat" cmpd="sng">
            <a:solidFill>
              <a:srgbClr val="FCA5A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476250" y="1758950"/>
            <a:ext cx="3952800" cy="400200"/>
          </a:xfrm>
          <a:prstGeom prst="rect">
            <a:avLst/>
          </a:prstGeom>
          <a:noFill/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14300" tIns="0" rIns="1143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❌ How Current Technology Fails During Disasters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90550" y="2235200"/>
            <a:ext cx="3724200" cy="222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Wearables Are Environmentally Blind:</a:t>
            </a:r>
            <a:r>
              <a:rPr lang="en-GB" sz="8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8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Commercial smartwatches track fitness steps and resting heart rate, but have zero awareness if ambient air is toxic (AQI 400~500+) or if 48°C heat is causing heat exhaustion so it can’t connect the dots between these </a:t>
            </a:r>
            <a:r>
              <a:rPr lang="en-GB" sz="85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conditions, especially</a:t>
            </a:r>
            <a:r>
              <a:rPr lang="en-GB" sz="8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when outages shut down network towers</a:t>
            </a:r>
            <a:endParaRPr sz="85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Environmental Sensors Ignore the Body:</a:t>
            </a:r>
            <a:r>
              <a:rPr lang="en-GB" sz="8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8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Weather apps report regional city forecasts, not what an individual worker's cardiovascular system is actually enduring at street level.</a:t>
            </a:r>
            <a:endParaRPr sz="85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The Cloud Dependency Trap:</a:t>
            </a:r>
            <a:r>
              <a:rPr lang="en-GB" sz="8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8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AI health platforms require mobile networks. During floods, cyclones, or power grid failures, cellular towers collapse and cloud health apps die completely.</a:t>
            </a:r>
            <a:endParaRPr sz="85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Software Jitter Destroys HRV:</a:t>
            </a:r>
            <a:r>
              <a:rPr lang="en-GB" sz="8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8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Operating system scheduling delays on standard CPUs jitter by 5-20 </a:t>
            </a:r>
            <a:r>
              <a:rPr lang="en-GB" sz="85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ms</a:t>
            </a:r>
            <a:r>
              <a:rPr lang="en-GB" sz="8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severely corrupting heart rate variability (HRV) metrics.</a:t>
            </a:r>
            <a:endParaRPr sz="8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714950" y="1684875"/>
            <a:ext cx="3952800" cy="3074400"/>
          </a:xfrm>
          <a:prstGeom prst="roundRect">
            <a:avLst>
              <a:gd name="adj" fmla="val 5079"/>
            </a:avLst>
          </a:prstGeom>
          <a:solidFill>
            <a:srgbClr val="F0FDF4"/>
          </a:solidFill>
          <a:ln w="143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4714950" y="1684875"/>
            <a:ext cx="3952800" cy="400200"/>
          </a:xfrm>
          <a:prstGeom prst="rect">
            <a:avLst/>
          </a:prstGeom>
          <a:noFill/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14300" tIns="0" rIns="1143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✅ VALOR Proposed Solution &amp; Innovation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829250" y="2161125"/>
            <a:ext cx="3724200" cy="209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Detailed Solution Explanation:</a:t>
            </a:r>
            <a:r>
              <a:rPr lang="en-GB" sz="8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Simultaneously acquires dual-wavelength optical PPG pulses along with hyper-local ambient temperature, relative humidity, and laser PM2.5 particulate matter on the wrist.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How It Addresses the Problem:</a:t>
            </a:r>
            <a:r>
              <a:rPr lang="en-GB" sz="8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Fuses bodily vitals with environmental stress in real time to calculate cardiac drift and respiratory strain, giving early warning of heat stress and abnormal vital signs before they become emergencies.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Hardware Innovation (FPGA Silicon):</a:t>
            </a:r>
            <a:r>
              <a:rPr lang="en-GB" sz="8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 Verilog 8-tap filter and beat detector run in FPGA hardware at 50 MHz, taking time-critical filtering off the OS and removing scheduler jitter, with no DSP multipliers or BRAM.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Uniqueness &amp; Zero Cloud Dependency:</a:t>
            </a:r>
            <a:r>
              <a:rPr lang="en-GB" sz="8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Quantized INT8 neural network fits into only 619 bytes of INT8 weights, so privacy-preserving on-device inference works offline during blackouts.</a:t>
            </a:r>
            <a:endParaRPr sz="8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76250" y="1314988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❖ </a:t>
            </a:r>
            <a:r>
              <a:rPr lang="en-GB" sz="1200" b="1" i="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AI-Powered FPGA accelerated</a:t>
            </a:r>
            <a:r>
              <a:rPr lang="en-GB" sz="1200" b="1" i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Personal Health Companion &amp; Edge Disaster Monitor</a:t>
            </a:r>
            <a:endParaRPr sz="1200" b="1" i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12050" y="845438"/>
            <a:ext cx="8574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u="sng">
                <a:solidFill>
                  <a:srgbClr val="0B62A4"/>
                </a:solidFill>
                <a:latin typeface="Calibri"/>
                <a:ea typeface="Calibri"/>
                <a:cs typeface="Calibri"/>
                <a:sym typeface="Calibri"/>
              </a:rPr>
              <a:t>VALOR: VITAL AND ATMOSPHERIC LOGIC FOR OFFLINE RESCUE</a:t>
            </a:r>
            <a:endParaRPr sz="2200" b="1" u="sng">
              <a:solidFill>
                <a:srgbClr val="0B62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850" y="108000"/>
            <a:ext cx="1894000" cy="8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606"/>
    </mc:Choice>
    <mc:Fallback>
      <p:transition spd="slow" advTm="476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274320" y="171450"/>
            <a:ext cx="1028700" cy="617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b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Chipsters</a:t>
            </a:r>
            <a:endParaRPr sz="1100"/>
          </a:p>
        </p:txBody>
      </p:sp>
      <p:sp>
        <p:nvSpPr>
          <p:cNvPr id="102" name="Google Shape;102;p14"/>
          <p:cNvSpPr txBox="1"/>
          <p:nvPr/>
        </p:nvSpPr>
        <p:spPr>
          <a:xfrm>
            <a:off x="1508748" y="194718"/>
            <a:ext cx="6035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1100"/>
          </a:p>
        </p:txBody>
      </p:sp>
      <p:pic>
        <p:nvPicPr>
          <p:cNvPr id="103" name="Google Shape;103;p14" descr="page_2_img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34890"/>
            <a:ext cx="9143771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76250" y="722263"/>
            <a:ext cx="81915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u="sng">
                <a:solidFill>
                  <a:srgbClr val="0B62A4"/>
                </a:solidFill>
                <a:latin typeface="Arial"/>
                <a:ea typeface="Arial"/>
                <a:cs typeface="Arial"/>
                <a:sym typeface="Arial"/>
              </a:rPr>
              <a:t>❖ Architecture, Stack &amp; RTL Verification</a:t>
            </a:r>
            <a:endParaRPr sz="1700" b="1" u="sng">
              <a:solidFill>
                <a:srgbClr val="0B62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4"/>
          <p:cNvGrpSpPr/>
          <p:nvPr/>
        </p:nvGrpSpPr>
        <p:grpSpPr>
          <a:xfrm>
            <a:off x="476250" y="1047750"/>
            <a:ext cx="4000500" cy="3619500"/>
            <a:chOff x="0" y="0"/>
            <a:chExt cx="4000500" cy="3619500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name="adj" fmla="val 3157"/>
              </a:avLst>
            </a:prstGeom>
            <a:solidFill>
              <a:srgbClr val="FFFFFF"/>
            </a:solidFill>
            <a:ln w="14300" cap="flat" cmpd="sng">
              <a:solidFill>
                <a:srgbClr val="0B62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0" y="342900"/>
              <a:ext cx="40005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0" y="0"/>
              <a:ext cx="4000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⚡ HARDWARE &amp; FIRMWARE FLOW</a:t>
              </a:r>
              <a:endParaRPr sz="95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5" name="Google Shape;125;p14"/>
          <p:cNvPicPr preferRelativeResize="0"/>
          <p:nvPr/>
        </p:nvPicPr>
        <p:blipFill rotWithShape="1">
          <a:blip r:embed="rId4">
            <a:alphaModFix/>
          </a:blip>
          <a:srcRect l="681" r="681"/>
          <a:stretch/>
        </p:blipFill>
        <p:spPr>
          <a:xfrm>
            <a:off x="571500" y="1447800"/>
            <a:ext cx="38100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4850" y="108000"/>
            <a:ext cx="1894000" cy="89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Rounded Rectangle 126"/>
          <p:cNvSpPr/>
          <p:nvPr/>
        </p:nvSpPr>
        <p:spPr>
          <a:xfrm>
            <a:off x="4667250" y="1047750"/>
            <a:ext cx="4000500" cy="105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3B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757250" y="1097750"/>
            <a:ext cx="3820500" cy="950000"/>
          </a:xfrm>
          <a:prstGeom prst="rect">
            <a:avLst/>
          </a:prstGeom>
          <a:noFill/>
        </p:spPr>
        <p:txBody>
          <a:bodyPr wrap="square" lIns="30000" tIns="20000" rIns="30000" bIns="2000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1F3A5F"/>
                </a:solidFill>
                <a:latin typeface="Arial"/>
              </a:rPr>
              <a:t>Survival UI: </a:t>
            </a:r>
            <a:r>
              <a:rPr sz="900">
                <a:solidFill>
                  <a:srgbClr val="222222"/>
                </a:solidFill>
                <a:latin typeface="Arial"/>
              </a:rPr>
              <a:t>HTML5 • Vanilla JS • Canvas API • Win32 GDI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F3A5F"/>
                </a:solidFill>
                <a:latin typeface="Arial"/>
              </a:rPr>
              <a:t>Clinical AI / TinyML: </a:t>
            </a:r>
            <a:r>
              <a:rPr sz="900">
                <a:solidFill>
                  <a:srgbClr val="222222"/>
                </a:solidFill>
                <a:latin typeface="Arial"/>
              </a:rPr>
              <a:t>PyTorch • QAT INT8 • Scikit-Learn • C99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F3A5F"/>
                </a:solidFill>
                <a:latin typeface="Arial"/>
              </a:rPr>
              <a:t>Firmware / OS: </a:t>
            </a:r>
            <a:r>
              <a:rPr sz="900">
                <a:solidFill>
                  <a:srgbClr val="222222"/>
                </a:solidFill>
                <a:latin typeface="Arial"/>
              </a:rPr>
              <a:t>C99 • FreeRTOS • ESP-IDF v5.5.5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F3A5F"/>
                </a:solidFill>
                <a:latin typeface="Arial"/>
              </a:rPr>
              <a:t>Hardware RTL: </a:t>
            </a:r>
            <a:r>
              <a:rPr sz="900">
                <a:solidFill>
                  <a:srgbClr val="222222"/>
                </a:solidFill>
                <a:latin typeface="Arial"/>
              </a:rPr>
              <a:t>Verilog-2001 • SystemVerilog • 4-wire SPI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F3A5F"/>
                </a:solidFill>
                <a:latin typeface="Arial"/>
              </a:rPr>
              <a:t>EDA / compilers: </a:t>
            </a:r>
            <a:r>
              <a:rPr sz="900">
                <a:solidFill>
                  <a:srgbClr val="222222"/>
                </a:solidFill>
                <a:latin typeface="Arial"/>
              </a:rPr>
              <a:t>Vivado • ForgeFPGA Workshop • Icarus • GCC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67250" y="2167750"/>
            <a:ext cx="4000500" cy="2499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3B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757250" y="2207750"/>
            <a:ext cx="3820500" cy="22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 b="1">
                <a:solidFill>
                  <a:srgbClr val="1F3A5F"/>
                </a:solidFill>
                <a:latin typeface="Arial"/>
              </a:rPr>
              <a:t>RTL SIMULATION: RAW PPG → 8-TAP FILTER → BEAT / IBI</a:t>
            </a:r>
          </a:p>
        </p:txBody>
      </p:sp>
      <p:pic>
        <p:nvPicPr>
          <p:cNvPr id="131" name="Picture 130" descr="1790718570119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250" y="2437750"/>
            <a:ext cx="3820500" cy="182519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4757250" y="4292947"/>
            <a:ext cx="38205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00" i="1">
                <a:solidFill>
                  <a:srgbClr val="444444"/>
                </a:solidFill>
                <a:latin typeface="Arial"/>
              </a:rPr>
              <a:t>Testbench, compressed time scale. Pulses ~66 µs apart; peak_ibi_cycles = 3279 × 20 ns = 65.6 µs.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545"/>
    </mc:Choice>
    <mc:Fallback>
      <p:transition spd="slow" advTm="84545"/>
    </mc:Fallback>
  </mc:AlternateContent>
  <p:extLst>
    <p:ext uri="{3A86A75C-4F4B-4683-9AE1-C65F6400EC91}">
      <p14:laserTraceLst xmlns:p14="http://schemas.microsoft.com/office/powerpoint/2010/main">
        <p14:tracePtLst>
          <p14:tracePt t="56892" x="2709863" y="4714875"/>
          <p14:tracePt t="57159" x="2733675" y="4933950"/>
          <p14:tracePt t="57167" x="2905125" y="4837113"/>
          <p14:tracePt t="57176" x="3040063" y="4760913"/>
          <p14:tracePt t="57180" x="3173413" y="4684713"/>
          <p14:tracePt t="57188" x="3319463" y="4614863"/>
          <p14:tracePt t="57194" x="3441700" y="4551363"/>
          <p14:tracePt t="57201" x="3556000" y="4486275"/>
          <p14:tracePt t="57208" x="3657600" y="4429125"/>
          <p14:tracePt t="57215" x="3740150" y="4384675"/>
          <p14:tracePt t="57222" x="3835400" y="4346575"/>
          <p14:tracePt t="57230" x="3919538" y="4302125"/>
          <p14:tracePt t="57236" x="3989388" y="4264025"/>
          <p14:tracePt t="57243" x="4059238" y="4238625"/>
          <p14:tracePt t="57249" x="4129088" y="4200525"/>
          <p14:tracePt t="57257" x="4198938" y="4168775"/>
          <p14:tracePt t="57263" x="4281488" y="4124325"/>
          <p14:tracePt t="57270" x="4352925" y="4079875"/>
          <p14:tracePt t="57279" x="4435475" y="4033838"/>
          <p14:tracePt t="57285" x="4549775" y="3970338"/>
          <p14:tracePt t="57292" x="4645025" y="3925888"/>
          <p14:tracePt t="57299" x="4746625" y="3875088"/>
          <p14:tracePt t="57306" x="4837113" y="3836988"/>
          <p14:tracePt t="57313" x="4919663" y="3805238"/>
          <p14:tracePt t="57319" x="4995863" y="3786188"/>
          <p14:tracePt t="57327" x="5065713" y="3760788"/>
          <p14:tracePt t="57333" x="5129213" y="3735388"/>
          <p14:tracePt t="57340" x="5186363" y="3722688"/>
          <p14:tracePt t="57347" x="5249863" y="3703638"/>
          <p14:tracePt t="57354" x="5295900" y="3697288"/>
          <p14:tracePt t="57361" x="5327650" y="3690938"/>
          <p14:tracePt t="57371" x="5365750" y="3690938"/>
          <p14:tracePt t="57376" x="5391150" y="3684588"/>
          <p14:tracePt t="57382" x="5422900" y="3684588"/>
          <p14:tracePt t="57389" x="5454650" y="3678238"/>
          <p14:tracePt t="57396" x="5480050" y="3678238"/>
          <p14:tracePt t="57404" x="5511800" y="3671888"/>
          <p14:tracePt t="57410" x="5549900" y="3671888"/>
          <p14:tracePt t="57420" x="5581650" y="3671888"/>
          <p14:tracePt t="57425" x="5619750" y="3671888"/>
          <p14:tracePt t="57431" x="5657850" y="3671888"/>
          <p14:tracePt t="57437" x="5695950" y="3671888"/>
          <p14:tracePt t="57447" x="5741988" y="3671888"/>
          <p14:tracePt t="57453" x="5773738" y="3665538"/>
          <p14:tracePt t="57466" x="5856288" y="3665538"/>
          <p14:tracePt t="57473" x="5881688" y="3665538"/>
          <p14:tracePt t="57483" x="5907088" y="3659188"/>
          <p14:tracePt t="57489" x="5926138" y="3659188"/>
          <p14:tracePt t="57495" x="5945188" y="3652838"/>
          <p14:tracePt t="57501" x="5957888" y="3646488"/>
          <p14:tracePt t="57507" x="5976938" y="3646488"/>
          <p14:tracePt t="57520" x="5989638" y="3638550"/>
          <p14:tracePt t="57525" x="6008688" y="3638550"/>
          <p14:tracePt t="57531" x="6021388" y="3632200"/>
          <p14:tracePt t="57538" x="6034088" y="3625850"/>
          <p14:tracePt t="57543" x="6046788" y="3625850"/>
          <p14:tracePt t="57556" x="6078538" y="3619500"/>
          <p14:tracePt t="57563" x="6097588" y="3619500"/>
          <p14:tracePt t="57570" x="6103938" y="3619500"/>
          <p14:tracePt t="57577" x="6110288" y="3613150"/>
          <p14:tracePt t="57584" x="6122988" y="3613150"/>
          <p14:tracePt t="57592" x="6135688" y="3606800"/>
          <p14:tracePt t="57598" x="6142038" y="3606800"/>
          <p14:tracePt t="57607" x="6148388" y="3606800"/>
          <p14:tracePt t="57612" x="6161088" y="3606800"/>
          <p14:tracePt t="57626" x="6167438" y="3606800"/>
          <p14:tracePt t="57632" x="6175375" y="3606800"/>
          <p14:tracePt t="57640" x="6181725" y="3606800"/>
          <p14:tracePt t="57661" x="6188075" y="3606800"/>
          <p14:tracePt t="57674" x="6188075" y="3600450"/>
          <p14:tracePt t="57681" x="6194425" y="3600450"/>
          <p14:tracePt t="57709" x="6200775" y="3594100"/>
          <p14:tracePt t="57744" x="6200775" y="3587750"/>
          <p14:tracePt t="57765" x="6200775" y="3581400"/>
          <p14:tracePt t="57786" x="6200775" y="3575050"/>
          <p14:tracePt t="57799" x="6200775" y="3568700"/>
          <p14:tracePt t="57806" x="6207125" y="3562350"/>
          <p14:tracePt t="57813" x="6207125" y="3556000"/>
          <p14:tracePt t="57820" x="6207125" y="3543300"/>
          <p14:tracePt t="57827" x="6207125" y="3536950"/>
          <p14:tracePt t="57834" x="6207125" y="3530600"/>
          <p14:tracePt t="57842" x="6207125" y="3517900"/>
          <p14:tracePt t="57855" x="6207125" y="3511550"/>
          <p14:tracePt t="57862" x="6207125" y="3505200"/>
          <p14:tracePt t="57876" x="6207125" y="3498850"/>
          <p14:tracePt t="57883" x="6207125" y="3492500"/>
          <p14:tracePt t="57897" x="6207125" y="3486150"/>
          <p14:tracePt t="57911" x="6207125" y="3479800"/>
          <p14:tracePt t="57932" x="6213475" y="3467100"/>
          <p14:tracePt t="57946" x="6213475" y="3460750"/>
          <p14:tracePt t="57954" x="6213475" y="3441700"/>
          <p14:tracePt t="57959" x="6219825" y="3422650"/>
          <p14:tracePt t="57966" x="6219825" y="3403600"/>
          <p14:tracePt t="57975" x="6226175" y="3371850"/>
          <p14:tracePt t="57981" x="6232525" y="3333750"/>
          <p14:tracePt t="57987" x="6238875" y="3308350"/>
          <p14:tracePt t="57994" x="6245225" y="3289300"/>
          <p14:tracePt t="58001" x="6245225" y="3270250"/>
          <p14:tracePt t="58008" x="6245225" y="3263900"/>
          <p14:tracePt t="58015" x="6245225" y="3257550"/>
          <p14:tracePt t="58022" x="6245225" y="3251200"/>
          <p14:tracePt t="58038" x="6245225" y="3244850"/>
          <p14:tracePt t="58050" x="6245225" y="3238500"/>
          <p14:tracePt t="58057" x="6251575" y="3238500"/>
          <p14:tracePt t="58064" x="6251575" y="3232150"/>
          <p14:tracePt t="58085" x="6257925" y="3225800"/>
          <p14:tracePt t="58092" x="6264275" y="3211513"/>
          <p14:tracePt t="58099" x="6276975" y="3205163"/>
          <p14:tracePt t="58106" x="6289675" y="3192463"/>
          <p14:tracePt t="58113" x="6296025" y="3179763"/>
          <p14:tracePt t="58121" x="6308725" y="3173413"/>
          <p14:tracePt t="58128" x="6315075" y="3160713"/>
          <p14:tracePt t="58134" x="6321425" y="3154363"/>
          <p14:tracePt t="58141" x="6327775" y="3148013"/>
          <p14:tracePt t="58147" x="6334125" y="3148013"/>
          <p14:tracePt t="58154" x="6334125" y="3141663"/>
          <p14:tracePt t="58162" x="6340475" y="3135313"/>
          <p14:tracePt t="58190" x="6346825" y="3128963"/>
          <p14:tracePt t="58204" x="6353175" y="3128963"/>
          <p14:tracePt t="58302" x="6353175" y="3122613"/>
          <p14:tracePt t="58385" x="6346825" y="3122613"/>
          <p14:tracePt t="58420" x="6340475" y="3122613"/>
          <p14:tracePt t="58454" x="6334125" y="3122613"/>
          <p14:tracePt t="58482" x="6327775" y="3122613"/>
          <p14:tracePt t="58691" x="6308725" y="3122613"/>
          <p14:tracePt t="58698" x="6276975" y="3122613"/>
          <p14:tracePt t="58706" x="6251575" y="3116263"/>
          <p14:tracePt t="58719" x="6226175" y="3109913"/>
          <p14:tracePt t="58720" x="6207125" y="3109913"/>
          <p14:tracePt t="58726" x="6188075" y="3109913"/>
          <p14:tracePt t="58733" x="6175375" y="3109913"/>
          <p14:tracePt t="58740" x="6154738" y="3109913"/>
          <p14:tracePt t="58746" x="6135688" y="3109913"/>
          <p14:tracePt t="58754" x="6116638" y="3109913"/>
          <p14:tracePt t="58760" x="6084888" y="3109913"/>
          <p14:tracePt t="58767" x="6053138" y="3116263"/>
          <p14:tracePt t="58774" x="6015038" y="3128963"/>
          <p14:tracePt t="58783" x="5976938" y="3141663"/>
          <p14:tracePt t="58788" x="5951538" y="3148013"/>
          <p14:tracePt t="58795" x="5919788" y="3154363"/>
          <p14:tracePt t="58802" x="5900738" y="3160713"/>
          <p14:tracePt t="58809" x="5888038" y="3167063"/>
          <p14:tracePt t="58816" x="5875338" y="3173413"/>
          <p14:tracePt t="58823" x="5862638" y="3173413"/>
          <p14:tracePt t="58830" x="5849938" y="3179763"/>
          <p14:tracePt t="58837" x="5837238" y="3179763"/>
          <p14:tracePt t="58844" x="5824538" y="3186113"/>
          <p14:tracePt t="58851" x="5811838" y="3186113"/>
          <p14:tracePt t="58858" x="5799138" y="3192463"/>
          <p14:tracePt t="58865" x="5792788" y="3192463"/>
          <p14:tracePt t="58879" x="5780088" y="3192463"/>
          <p14:tracePt t="58893" x="5773738" y="3198813"/>
          <p14:tracePt t="58909" x="5767388" y="3205163"/>
          <p14:tracePt t="58928" x="5761038" y="3205163"/>
          <p14:tracePt t="58936" x="5761038" y="3211513"/>
          <p14:tracePt t="58941" x="5754688" y="3211513"/>
          <p14:tracePt t="58955" x="5754688" y="3219450"/>
          <p14:tracePt t="58970" x="5754688" y="3225800"/>
          <p14:tracePt t="58983" x="5754688" y="3238500"/>
          <p14:tracePt t="58998" x="5754688" y="3244850"/>
          <p14:tracePt t="59011" x="5754688" y="3257550"/>
          <p14:tracePt t="59025" x="5761038" y="3257550"/>
          <p14:tracePt t="59032" x="5761038" y="3263900"/>
          <p14:tracePt t="59046" x="5767388" y="3270250"/>
          <p14:tracePt t="59053" x="5767388" y="3276600"/>
          <p14:tracePt t="59067" x="5773738" y="3282950"/>
          <p14:tracePt t="59081" x="5780088" y="3282950"/>
          <p14:tracePt t="59087" x="5786438" y="3289300"/>
          <p14:tracePt t="59102" x="5786438" y="3295650"/>
          <p14:tracePt t="59109" x="5792788" y="3295650"/>
          <p14:tracePt t="59122" x="5799138" y="3302000"/>
          <p14:tracePt t="59129" x="5799138" y="3308350"/>
          <p14:tracePt t="59136" x="5805488" y="3308350"/>
          <p14:tracePt t="59143" x="5811838" y="3314700"/>
          <p14:tracePt t="59151" x="5818188" y="3314700"/>
          <p14:tracePt t="59157" x="5818188" y="3321050"/>
          <p14:tracePt t="59164" x="5824538" y="3321050"/>
          <p14:tracePt t="59171" x="5830888" y="3327400"/>
          <p14:tracePt t="59178" x="5837238" y="3327400"/>
          <p14:tracePt t="59192" x="5843588" y="3333750"/>
          <p14:tracePt t="59199" x="5849938" y="3333750"/>
          <p14:tracePt t="59206" x="5856288" y="3333750"/>
          <p14:tracePt t="59213" x="5856288" y="3340100"/>
          <p14:tracePt t="59220" x="5862638" y="3340100"/>
          <p14:tracePt t="59227" x="5868988" y="3346450"/>
          <p14:tracePt t="59234" x="5875338" y="3352800"/>
          <p14:tracePt t="59248" x="5888038" y="3359150"/>
          <p14:tracePt t="59254" x="5894388" y="3365500"/>
          <p14:tracePt t="59262" x="5900738" y="3365500"/>
          <p14:tracePt t="59268" x="5913438" y="3378200"/>
          <p14:tracePt t="59275" x="5919788" y="3378200"/>
          <p14:tracePt t="59282" x="5926138" y="3384550"/>
          <p14:tracePt t="59291" x="5945188" y="3390900"/>
          <p14:tracePt t="59296" x="5951538" y="3397250"/>
          <p14:tracePt t="59303" x="5957888" y="3403600"/>
          <p14:tracePt t="59310" x="5970588" y="3409950"/>
          <p14:tracePt t="59318" x="5976938" y="3409950"/>
          <p14:tracePt t="59324" x="5989638" y="3422650"/>
          <p14:tracePt t="59331" x="6002338" y="3422650"/>
          <p14:tracePt t="59338" x="6008688" y="3422650"/>
          <p14:tracePt t="59345" x="6021388" y="3429000"/>
          <p14:tracePt t="59352" x="6034088" y="3435350"/>
          <p14:tracePt t="59359" x="6046788" y="3441700"/>
          <p14:tracePt t="59366" x="6059488" y="3441700"/>
          <p14:tracePt t="59373" x="6065838" y="3441700"/>
          <p14:tracePt t="59381" x="6078538" y="3441700"/>
          <p14:tracePt t="59387" x="6084888" y="3448050"/>
          <p14:tracePt t="59394" x="6091238" y="3448050"/>
          <p14:tracePt t="59401" x="6103938" y="3448050"/>
          <p14:tracePt t="59408" x="6116638" y="3454400"/>
          <p14:tracePt t="59415" x="6122988" y="3454400"/>
          <p14:tracePt t="59422" x="6129338" y="3454400"/>
          <p14:tracePt t="59429" x="6142038" y="3454400"/>
          <p14:tracePt t="59437" x="6154738" y="3454400"/>
          <p14:tracePt t="59442" x="6161088" y="3454400"/>
          <p14:tracePt t="59449" x="6175375" y="3454400"/>
          <p14:tracePt t="59456" x="6188075" y="3454400"/>
          <p14:tracePt t="59463" x="6200775" y="3460750"/>
          <p14:tracePt t="59471" x="6207125" y="3460750"/>
          <p14:tracePt t="59478" x="6219825" y="3460750"/>
          <p14:tracePt t="59485" x="6226175" y="3460750"/>
          <p14:tracePt t="59491" x="6238875" y="3460750"/>
          <p14:tracePt t="59499" x="6251575" y="3460750"/>
          <p14:tracePt t="59505" x="6264275" y="3460750"/>
          <p14:tracePt t="59512" x="6276975" y="3460750"/>
          <p14:tracePt t="59519" x="6283325" y="3460750"/>
          <p14:tracePt t="59526" x="6302375" y="3460750"/>
          <p14:tracePt t="59533" x="6308725" y="3460750"/>
          <p14:tracePt t="59540" x="6321425" y="3460750"/>
          <p14:tracePt t="59547" x="6327775" y="3460750"/>
          <p14:tracePt t="59554" x="6340475" y="3460750"/>
          <p14:tracePt t="59561" x="6353175" y="3460750"/>
          <p14:tracePt t="59568" x="6365875" y="3460750"/>
          <p14:tracePt t="59575" x="6378575" y="3460750"/>
          <p14:tracePt t="59582" x="6391275" y="3460750"/>
          <p14:tracePt t="59589" x="6403975" y="3460750"/>
          <p14:tracePt t="59596" x="6416675" y="3460750"/>
          <p14:tracePt t="59603" x="6435725" y="3460750"/>
          <p14:tracePt t="59610" x="6448425" y="3460750"/>
          <p14:tracePt t="59617" x="6467475" y="3460750"/>
          <p14:tracePt t="59624" x="6480175" y="3460750"/>
          <p14:tracePt t="59631" x="6492875" y="3460750"/>
          <p14:tracePt t="59638" x="6505575" y="3460750"/>
          <p14:tracePt t="59644" x="6518275" y="3460750"/>
          <p14:tracePt t="59652" x="6530975" y="3460750"/>
          <p14:tracePt t="59659" x="6543675" y="3460750"/>
          <p14:tracePt t="59666" x="6562725" y="3460750"/>
          <p14:tracePt t="59672" x="6575425" y="3460750"/>
          <p14:tracePt t="59680" x="6581775" y="3460750"/>
          <p14:tracePt t="59686" x="6594475" y="3460750"/>
          <p14:tracePt t="59693" x="6607175" y="3454400"/>
          <p14:tracePt t="59701" x="6619875" y="3454400"/>
          <p14:tracePt t="59708" x="6634163" y="3454400"/>
          <p14:tracePt t="59714" x="6640513" y="3448050"/>
          <p14:tracePt t="59721" x="6653213" y="3448050"/>
          <p14:tracePt t="59728" x="6672263" y="3448050"/>
          <p14:tracePt t="59735" x="6684963" y="3448050"/>
          <p14:tracePt t="59741" x="6697663" y="3448050"/>
          <p14:tracePt t="59748" x="6710363" y="3441700"/>
          <p14:tracePt t="59758" x="6723063" y="3441700"/>
          <p14:tracePt t="59763" x="6742113" y="3435350"/>
          <p14:tracePt t="59769" x="6754813" y="3435350"/>
          <p14:tracePt t="59776" x="6773863" y="3429000"/>
          <p14:tracePt t="59783" x="6792913" y="3429000"/>
          <p14:tracePt t="59791" x="6805613" y="3429000"/>
          <p14:tracePt t="59798" x="6818313" y="3429000"/>
          <p14:tracePt t="59805" x="6831013" y="3429000"/>
          <p14:tracePt t="59813" x="6843713" y="3429000"/>
          <p14:tracePt t="59819" x="6856413" y="3429000"/>
          <p14:tracePt t="59825" x="6869113" y="3429000"/>
          <p14:tracePt t="59832" x="6888163" y="3429000"/>
          <p14:tracePt t="59839" x="6900863" y="3429000"/>
          <p14:tracePt t="59846" x="6919913" y="3429000"/>
          <p14:tracePt t="59855" x="6932613" y="3429000"/>
          <p14:tracePt t="59860" x="6951663" y="3429000"/>
          <p14:tracePt t="59867" x="6964363" y="3429000"/>
          <p14:tracePt t="59874" x="6983413" y="3429000"/>
          <p14:tracePt t="59881" x="6996113" y="3429000"/>
          <p14:tracePt t="59888" x="7008813" y="3429000"/>
          <p14:tracePt t="59895" x="7027863" y="3429000"/>
          <p14:tracePt t="59902" x="7040563" y="3429000"/>
          <p14:tracePt t="59910" x="7059613" y="3429000"/>
          <p14:tracePt t="59916" x="7072313" y="3429000"/>
          <p14:tracePt t="59923" x="7085013" y="3429000"/>
          <p14:tracePt t="59930" x="7092950" y="3429000"/>
          <p14:tracePt t="59937" x="7099300" y="3429000"/>
          <p14:tracePt t="59943" x="7112000" y="3429000"/>
          <p14:tracePt t="59951" x="7118350" y="3429000"/>
          <p14:tracePt t="59965" x="7124700" y="3429000"/>
          <p14:tracePt t="59971" x="7131050" y="3429000"/>
          <p14:tracePt t="59986" x="7143750" y="3429000"/>
          <p14:tracePt t="59992" x="7143750" y="3422650"/>
          <p14:tracePt t="59999" x="7156450" y="3422650"/>
          <p14:tracePt t="60007" x="7162800" y="3416300"/>
          <p14:tracePt t="60013" x="7181850" y="3416300"/>
          <p14:tracePt t="60020" x="7200900" y="3416300"/>
          <p14:tracePt t="60027" x="7219950" y="3416300"/>
          <p14:tracePt t="60034" x="7239000" y="3416300"/>
          <p14:tracePt t="60042" x="7264400" y="3409950"/>
          <p14:tracePt t="60049" x="7283450" y="3409950"/>
          <p14:tracePt t="60055" x="7302500" y="3403600"/>
          <p14:tracePt t="60062" x="7321550" y="3403600"/>
          <p14:tracePt t="60069" x="7334250" y="3403600"/>
          <p14:tracePt t="60076" x="7340600" y="3397250"/>
          <p14:tracePt t="60084" x="7353300" y="3397250"/>
          <p14:tracePt t="60097" x="7359650" y="3397250"/>
          <p14:tracePt t="60111" x="7366000" y="3397250"/>
          <p14:tracePt t="60118" x="7366000" y="3390900"/>
          <p14:tracePt t="60125" x="7372350" y="3390900"/>
          <p14:tracePt t="60146" x="7378700" y="3390900"/>
          <p14:tracePt t="60160" x="7385050" y="3384550"/>
          <p14:tracePt t="60181" x="7385050" y="3378200"/>
          <p14:tracePt t="60195" x="7391400" y="3378200"/>
          <p14:tracePt t="60209" x="7391400" y="3371850"/>
          <p14:tracePt t="60237" x="7391400" y="3365500"/>
          <p14:tracePt t="60257" x="7391400" y="3359150"/>
          <p14:tracePt t="60264" x="7391400" y="3352800"/>
          <p14:tracePt t="60278" x="7391400" y="3346450"/>
          <p14:tracePt t="60292" x="7391400" y="3340100"/>
          <p14:tracePt t="60299" x="7385050" y="3340100"/>
          <p14:tracePt t="60306" x="7378700" y="3333750"/>
          <p14:tracePt t="60313" x="7378700" y="3327400"/>
          <p14:tracePt t="60320" x="7372350" y="3321050"/>
          <p14:tracePt t="60327" x="7366000" y="3321050"/>
          <p14:tracePt t="60334" x="7366000" y="3314700"/>
          <p14:tracePt t="60341" x="7353300" y="3308350"/>
          <p14:tracePt t="60347" x="7346950" y="3302000"/>
          <p14:tracePt t="60354" x="7340600" y="3295650"/>
          <p14:tracePt t="60361" x="7334250" y="3289300"/>
          <p14:tracePt t="60369" x="7321550" y="3282950"/>
          <p14:tracePt t="60375" x="7308850" y="3276600"/>
          <p14:tracePt t="60382" x="7289800" y="3270250"/>
          <p14:tracePt t="60390" x="7270750" y="3263900"/>
          <p14:tracePt t="60396" x="7245350" y="3251200"/>
          <p14:tracePt t="60403" x="7213600" y="3238500"/>
          <p14:tracePt t="60410" x="7188200" y="3232150"/>
          <p14:tracePt t="60417" x="7150100" y="3219450"/>
          <p14:tracePt t="60424" x="7118350" y="3205163"/>
          <p14:tracePt t="60432" x="7092950" y="3198813"/>
          <p14:tracePt t="60438" x="7065963" y="3192463"/>
          <p14:tracePt t="60445" x="7034213" y="3186113"/>
          <p14:tracePt t="60452" x="7008813" y="3173413"/>
          <p14:tracePt t="60459" x="6989763" y="3167063"/>
          <p14:tracePt t="60466" x="6970713" y="3160713"/>
          <p14:tracePt t="60473" x="6945313" y="3160713"/>
          <p14:tracePt t="60479" x="6932613" y="3154363"/>
          <p14:tracePt t="60487" x="6919913" y="3154363"/>
          <p14:tracePt t="60494" x="6907213" y="3148013"/>
          <p14:tracePt t="60501" x="6888163" y="3148013"/>
          <p14:tracePt t="60508" x="6875463" y="3148013"/>
          <p14:tracePt t="60515" x="6862763" y="3141663"/>
          <p14:tracePt t="60526" x="6843713" y="3141663"/>
          <p14:tracePt t="60528" x="6837363" y="3141663"/>
          <p14:tracePt t="60535" x="6837363" y="3135313"/>
          <p14:tracePt t="60542" x="6824663" y="3135313"/>
          <p14:tracePt t="60556" x="6818313" y="3135313"/>
          <p14:tracePt t="60570" x="6811963" y="3135313"/>
          <p14:tracePt t="60591" x="6805613" y="3135313"/>
          <p14:tracePt t="60927" x="6754813" y="3167063"/>
          <p14:tracePt t="60933" x="6691313" y="3219450"/>
          <p14:tracePt t="60940" x="6640513" y="3263900"/>
          <p14:tracePt t="60946" x="6594475" y="3295650"/>
          <p14:tracePt t="60953" x="6562725" y="3321050"/>
          <p14:tracePt t="60960" x="6537325" y="3333750"/>
          <p14:tracePt t="60968" x="6518275" y="3352800"/>
          <p14:tracePt t="60977" x="6505575" y="3359150"/>
          <p14:tracePt t="60983" x="6492875" y="3365500"/>
          <p14:tracePt t="60988" x="6486525" y="3371850"/>
          <p14:tracePt t="60995" x="6473825" y="3371850"/>
          <p14:tracePt t="61002" x="6461125" y="3384550"/>
          <p14:tracePt t="61009" x="6454775" y="3390900"/>
          <p14:tracePt t="61016" x="6442075" y="3397250"/>
          <p14:tracePt t="61024" x="6429375" y="3403600"/>
          <p14:tracePt t="61030" x="6410325" y="3409950"/>
          <p14:tracePt t="61037" x="6397625" y="3429000"/>
          <p14:tracePt t="61044" x="6384925" y="3435350"/>
          <p14:tracePt t="61051" x="6372225" y="3448050"/>
          <p14:tracePt t="61058" x="6353175" y="3467100"/>
          <p14:tracePt t="61065" x="6340475" y="3479800"/>
          <p14:tracePt t="61072" x="6327775" y="3492500"/>
          <p14:tracePt t="61079" x="6302375" y="3505200"/>
          <p14:tracePt t="61086" x="6289675" y="3517900"/>
          <p14:tracePt t="61093" x="6276975" y="3536950"/>
          <p14:tracePt t="61100" x="6257925" y="3549650"/>
          <p14:tracePt t="61107" x="6245225" y="3556000"/>
          <p14:tracePt t="61116" x="6232525" y="3575050"/>
          <p14:tracePt t="61121" x="6219825" y="3581400"/>
          <p14:tracePt t="61128" x="6200775" y="3594100"/>
          <p14:tracePt t="61134" x="6188075" y="3600450"/>
          <p14:tracePt t="61141" x="6175375" y="3613150"/>
          <p14:tracePt t="61149" x="6161088" y="3625850"/>
          <p14:tracePt t="61156" x="6135688" y="3638550"/>
          <p14:tracePt t="61163" x="6122988" y="3646488"/>
          <p14:tracePt t="61170" x="6103938" y="3659188"/>
          <p14:tracePt t="61177" x="6084888" y="3665538"/>
          <p14:tracePt t="61183" x="6065838" y="3671888"/>
          <p14:tracePt t="61190" x="6046788" y="3684588"/>
          <p14:tracePt t="61197" x="6034088" y="3684588"/>
          <p14:tracePt t="61206" x="6015038" y="3697288"/>
          <p14:tracePt t="61212" x="6002338" y="3703638"/>
          <p14:tracePt t="61218" x="5983288" y="3703638"/>
          <p14:tracePt t="61225" x="5970588" y="3709988"/>
          <p14:tracePt t="61232" x="5957888" y="3716338"/>
          <p14:tracePt t="61239" x="5945188" y="3722688"/>
          <p14:tracePt t="61246" x="5932488" y="3722688"/>
          <p14:tracePt t="61254" x="5919788" y="3722688"/>
          <p14:tracePt t="61261" x="5900738" y="3729038"/>
          <p14:tracePt t="61267" x="5888038" y="3735388"/>
          <p14:tracePt t="61274" x="5868988" y="3741738"/>
          <p14:tracePt t="61281" x="5849938" y="3741738"/>
          <p14:tracePt t="61288" x="5837238" y="3748088"/>
          <p14:tracePt t="61295" x="5824538" y="3748088"/>
          <p14:tracePt t="61303" x="5805488" y="3754438"/>
          <p14:tracePt t="61309" x="5786438" y="3760788"/>
          <p14:tracePt t="61316" x="5767388" y="3760788"/>
          <p14:tracePt t="61322" x="5754688" y="3760788"/>
          <p14:tracePt t="61329" x="5741988" y="3767138"/>
          <p14:tracePt t="61337" x="5729288" y="3767138"/>
          <p14:tracePt t="61343" x="5716588" y="3773488"/>
          <p14:tracePt t="61352" x="5702300" y="3773488"/>
          <p14:tracePt t="61365" x="5695950" y="3773488"/>
          <p14:tracePt t="61371" x="5689600" y="3773488"/>
          <p14:tracePt t="61378" x="5683250" y="3779838"/>
          <p14:tracePt t="61392" x="5676900" y="3786188"/>
          <p14:tracePt t="61469" x="5683250" y="3786188"/>
          <p14:tracePt t="61475" x="5689600" y="3786188"/>
          <p14:tracePt t="61482" x="5695950" y="3792538"/>
          <p14:tracePt t="61490" x="5702300" y="3792538"/>
          <p14:tracePt t="61496" x="5708650" y="3792538"/>
          <p14:tracePt t="61503" x="5729288" y="3798888"/>
          <p14:tracePt t="61510" x="5735638" y="3805238"/>
          <p14:tracePt t="61517" x="5748338" y="3811588"/>
          <p14:tracePt t="61524" x="5754688" y="3811588"/>
          <p14:tracePt t="61531" x="5761038" y="3811588"/>
          <p14:tracePt t="61540" x="5767388" y="3811588"/>
          <p14:tracePt t="61545" x="5773738" y="3811588"/>
          <p14:tracePt t="61553" x="5780088" y="3817938"/>
          <p14:tracePt t="61559" x="5786438" y="3817938"/>
          <p14:tracePt t="61573" x="5792788" y="3817938"/>
          <p14:tracePt t="61587" x="5799138" y="3817938"/>
          <p14:tracePt t="61595" x="5805488" y="3817938"/>
          <p14:tracePt t="61614" x="5811838" y="3817938"/>
          <p14:tracePt t="61643" x="5818188" y="3817938"/>
          <p14:tracePt t="61663" x="5824538" y="3817938"/>
          <p14:tracePt t="61684" x="5830888" y="3817938"/>
          <p14:tracePt t="61691" x="5837238" y="3817938"/>
          <p14:tracePt t="61705" x="5843588" y="3817938"/>
          <p14:tracePt t="61712" x="5849938" y="3817938"/>
          <p14:tracePt t="61719" x="5856288" y="3817938"/>
          <p14:tracePt t="61727" x="5868988" y="3817938"/>
          <p14:tracePt t="61733" x="5875338" y="3817938"/>
          <p14:tracePt t="61740" x="5881688" y="3817938"/>
          <p14:tracePt t="61747" x="5888038" y="3817938"/>
          <p14:tracePt t="61754" x="5900738" y="3817938"/>
          <p14:tracePt t="61761" x="5913438" y="3817938"/>
          <p14:tracePt t="61768" x="5919788" y="3817938"/>
          <p14:tracePt t="61780" x="5926138" y="3817938"/>
          <p14:tracePt t="61786" x="5938838" y="3817938"/>
          <p14:tracePt t="61792" x="5945188" y="3817938"/>
          <p14:tracePt t="61798" x="5951538" y="3811588"/>
          <p14:tracePt t="61804" x="5957888" y="3811588"/>
          <p14:tracePt t="61810" x="5964238" y="3811588"/>
          <p14:tracePt t="61817" x="5970588" y="3811588"/>
          <p14:tracePt t="61830" x="5976938" y="3805238"/>
          <p14:tracePt t="61837" x="5983288" y="3805238"/>
          <p14:tracePt t="61858" x="5989638" y="3805238"/>
          <p14:tracePt t="61866" x="5989638" y="3798888"/>
          <p14:tracePt t="61879" x="5989638" y="3792538"/>
          <p14:tracePt t="61907" x="5989638" y="3786188"/>
          <p14:tracePt t="61921" x="5989638" y="3779838"/>
          <p14:tracePt t="61935" x="5989638" y="3773488"/>
          <p14:tracePt t="61949" x="5989638" y="3767138"/>
          <p14:tracePt t="61962" x="5989638" y="3760788"/>
          <p14:tracePt t="61983" x="5989638" y="3754438"/>
          <p14:tracePt t="62011" x="5989638" y="3748088"/>
          <p14:tracePt t="62018" x="5989638" y="3741738"/>
          <p14:tracePt t="62040" x="5989638" y="3735388"/>
          <p14:tracePt t="62054" x="5983288" y="3729038"/>
          <p14:tracePt t="62061" x="5976938" y="3722688"/>
          <p14:tracePt t="62067" x="5970588" y="3716338"/>
          <p14:tracePt t="62074" x="5957888" y="3703638"/>
          <p14:tracePt t="62081" x="5957888" y="3690938"/>
          <p14:tracePt t="62088" x="5945188" y="3678238"/>
          <p14:tracePt t="62097" x="5932488" y="3659188"/>
          <p14:tracePt t="62105" x="5919788" y="3638550"/>
          <p14:tracePt t="62109" x="5913438" y="3625850"/>
          <p14:tracePt t="62116" x="5894388" y="3606800"/>
          <p14:tracePt t="62123" x="5888038" y="3594100"/>
          <p14:tracePt t="62130" x="5881688" y="3587750"/>
          <p14:tracePt t="62137" x="5875338" y="3575050"/>
          <p14:tracePt t="62145" x="5868988" y="3568700"/>
          <p14:tracePt t="62151" x="5868988" y="3562350"/>
          <p14:tracePt t="62158" x="5856288" y="3562350"/>
          <p14:tracePt t="62164" x="5856288" y="3549650"/>
          <p14:tracePt t="62171" x="5849938" y="3549650"/>
          <p14:tracePt t="62178" x="5843588" y="3543300"/>
          <p14:tracePt t="62185" x="5837238" y="3543300"/>
          <p14:tracePt t="62199" x="5830888" y="3543300"/>
          <p14:tracePt t="62207" x="5830888" y="3536950"/>
          <p14:tracePt t="62213" x="5818188" y="3536950"/>
          <p14:tracePt t="62220" x="5818188" y="3530600"/>
          <p14:tracePt t="62227" x="5811838" y="3530600"/>
          <p14:tracePt t="62241" x="5805488" y="3530600"/>
          <p14:tracePt t="62255" x="5799138" y="3530600"/>
          <p14:tracePt t="62270" x="5792788" y="3530600"/>
          <p14:tracePt t="62304" x="5786438" y="3530600"/>
          <p14:tracePt t="62339" x="5780088" y="3530600"/>
          <p14:tracePt t="62352" x="5780088" y="3524250"/>
          <p14:tracePt t="62359" x="5773738" y="3524250"/>
          <p14:tracePt t="62367" x="5767388" y="3524250"/>
          <p14:tracePt t="62388" x="5761038" y="3517900"/>
          <p14:tracePt t="62394" x="5754688" y="3517900"/>
          <p14:tracePt t="62401" x="5748338" y="3517900"/>
          <p14:tracePt t="62415" x="5741988" y="3511550"/>
          <p14:tracePt t="62422" x="5729288" y="3511550"/>
          <p14:tracePt t="62436" x="5722938" y="3511550"/>
          <p14:tracePt t="62444" x="5708650" y="3505200"/>
          <p14:tracePt t="62450" x="5702300" y="3505200"/>
          <p14:tracePt t="62457" x="5695950" y="3505200"/>
          <p14:tracePt t="62464" x="5689600" y="3505200"/>
          <p14:tracePt t="62471" x="5683250" y="3505200"/>
          <p14:tracePt t="62479" x="5676900" y="3505200"/>
          <p14:tracePt t="62485" x="5670550" y="3498850"/>
          <p14:tracePt t="62491" x="5664200" y="3498850"/>
          <p14:tracePt t="62498" x="5657850" y="3498850"/>
          <p14:tracePt t="62505" x="5651500" y="3498850"/>
          <p14:tracePt t="62512" x="5645150" y="3498850"/>
          <p14:tracePt t="62520" x="5632450" y="3498850"/>
          <p14:tracePt t="62527" x="5632450" y="3492500"/>
          <p14:tracePt t="62534" x="5626100" y="3492500"/>
          <p14:tracePt t="62540" x="5619750" y="3492500"/>
          <p14:tracePt t="62554" x="5613400" y="3492500"/>
          <p14:tracePt t="62561" x="5607050" y="3492500"/>
          <p14:tracePt t="62582" x="5600700" y="3492500"/>
          <p14:tracePt t="62617" x="5600700" y="3498850"/>
          <p14:tracePt t="62638" x="5600700" y="3505200"/>
          <p14:tracePt t="62645" x="5600700" y="3511550"/>
          <p14:tracePt t="62652" x="5607050" y="3517900"/>
          <p14:tracePt t="62660" x="5613400" y="3517900"/>
          <p14:tracePt t="62666" x="5613400" y="3530600"/>
          <p14:tracePt t="62672" x="5626100" y="3536950"/>
          <p14:tracePt t="62679" x="5632450" y="3543300"/>
          <p14:tracePt t="62687" x="5645150" y="3562350"/>
          <p14:tracePt t="62694" x="5657850" y="3581400"/>
          <p14:tracePt t="62701" x="5676900" y="3600450"/>
          <p14:tracePt t="62709" x="5689600" y="3625850"/>
          <p14:tracePt t="62715" x="5708650" y="3659188"/>
          <p14:tracePt t="62721" x="5722938" y="3678238"/>
          <p14:tracePt t="62728" x="5735638" y="3697288"/>
          <p14:tracePt t="62735" x="5754688" y="3722688"/>
          <p14:tracePt t="62742" x="5761038" y="3735388"/>
          <p14:tracePt t="62749" x="5773738" y="3754438"/>
          <p14:tracePt t="62757" x="5786438" y="3779838"/>
          <p14:tracePt t="62763" x="5792788" y="3798888"/>
          <p14:tracePt t="62770" x="5811838" y="3817938"/>
          <p14:tracePt t="62777" x="5818188" y="3830638"/>
          <p14:tracePt t="62784" x="5824538" y="3849688"/>
          <p14:tracePt t="62791" x="5830888" y="3856038"/>
          <p14:tracePt t="62799" x="5837238" y="3862388"/>
          <p14:tracePt t="62805" x="5837238" y="3868738"/>
          <p14:tracePt t="62812" x="5843588" y="3875088"/>
          <p14:tracePt t="62819" x="5843588" y="3881438"/>
          <p14:tracePt t="62833" x="5843588" y="3887788"/>
          <p14:tracePt t="62840" x="5843588" y="3894138"/>
          <p14:tracePt t="62848" x="5849938" y="3894138"/>
          <p14:tracePt t="62875" x="5849938" y="3900488"/>
          <p14:tracePt t="62945" x="5849938" y="3894138"/>
          <p14:tracePt t="62951" x="5849938" y="3887788"/>
          <p14:tracePt t="62966" x="5849938" y="3881438"/>
          <p14:tracePt t="62979" x="5849938" y="3875088"/>
          <p14:tracePt t="62987" x="5849938" y="3868738"/>
          <p14:tracePt t="62993" x="5849938" y="3862388"/>
          <p14:tracePt t="63007" x="5849938" y="3856038"/>
          <p14:tracePt t="63014" x="5849938" y="3849688"/>
          <p14:tracePt t="63021" x="5843588" y="3843338"/>
          <p14:tracePt t="63035" x="5843588" y="3836988"/>
          <p14:tracePt t="63042" x="5843588" y="3830638"/>
          <p14:tracePt t="63048" x="5843588" y="3824288"/>
          <p14:tracePt t="63055" x="5837238" y="3824288"/>
          <p14:tracePt t="63062" x="5837238" y="3817938"/>
          <p14:tracePt t="63070" x="5830888" y="3817938"/>
          <p14:tracePt t="63078" x="5830888" y="3811588"/>
          <p14:tracePt t="63090" x="5830888" y="3805238"/>
          <p14:tracePt t="63098" x="5824538" y="3805238"/>
          <p14:tracePt t="63111" x="5818188" y="3805238"/>
          <p14:tracePt t="63118" x="5818188" y="3798888"/>
          <p14:tracePt t="63126" x="5811838" y="3798888"/>
          <p14:tracePt t="63133" x="5811838" y="3792538"/>
          <p14:tracePt t="63425" x="5811838" y="3798888"/>
          <p14:tracePt t="63438" x="5811838" y="3805238"/>
          <p14:tracePt t="63446" x="5811838" y="3811588"/>
          <p14:tracePt t="63460" x="5811838" y="3817938"/>
          <p14:tracePt t="63473" x="5818188" y="3824288"/>
          <p14:tracePt t="63488" x="5818188" y="3830638"/>
          <p14:tracePt t="63501" x="5824538" y="3836988"/>
          <p14:tracePt t="63529" x="5824538" y="3843338"/>
          <p14:tracePt t="63536" x="5830888" y="3843338"/>
          <p14:tracePt t="63543" x="5837238" y="3849688"/>
          <p14:tracePt t="63566" x="5843588" y="3849688"/>
          <p14:tracePt t="63578" x="5849938" y="3856038"/>
          <p14:tracePt t="63592" x="5856288" y="3856038"/>
          <p14:tracePt t="63608" x="5868988" y="3862388"/>
          <p14:tracePt t="63612" x="5875338" y="3868738"/>
          <p14:tracePt t="63621" x="5881688" y="3868738"/>
          <p14:tracePt t="63626" x="5888038" y="3875088"/>
          <p14:tracePt t="63634" x="5894388" y="3875088"/>
          <p14:tracePt t="63641" x="5900738" y="3881438"/>
          <p14:tracePt t="63648" x="5907088" y="3887788"/>
          <p14:tracePt t="63655" x="5913438" y="3887788"/>
          <p14:tracePt t="63662" x="5926138" y="3894138"/>
          <p14:tracePt t="63668" x="5932488" y="3894138"/>
          <p14:tracePt t="63675" x="5945188" y="3900488"/>
          <p14:tracePt t="63682" x="5951538" y="3900488"/>
          <p14:tracePt t="63689" x="5957888" y="3906838"/>
          <p14:tracePt t="63696" x="5970588" y="3913188"/>
          <p14:tracePt t="63703" x="5989638" y="3919538"/>
          <p14:tracePt t="63711" x="6002338" y="3919538"/>
          <p14:tracePt t="63717" x="6015038" y="3919538"/>
          <p14:tracePt t="63724" x="6027738" y="3925888"/>
          <p14:tracePt t="63731" x="6040438" y="3932238"/>
          <p14:tracePt t="63739" x="6053138" y="3932238"/>
          <p14:tracePt t="63745" x="6078538" y="3932238"/>
          <p14:tracePt t="63752" x="6091238" y="3932238"/>
          <p14:tracePt t="63759" x="6103938" y="3938588"/>
          <p14:tracePt t="63767" x="6122988" y="3938588"/>
          <p14:tracePt t="63773" x="6135688" y="3938588"/>
          <p14:tracePt t="63780" x="6154738" y="3944938"/>
          <p14:tracePt t="63787" x="6167438" y="3944938"/>
          <p14:tracePt t="63794" x="6181725" y="3944938"/>
          <p14:tracePt t="63801" x="6194425" y="3944938"/>
          <p14:tracePt t="63807" x="6213475" y="3944938"/>
          <p14:tracePt t="63815" x="6226175" y="3944938"/>
          <p14:tracePt t="63822" x="6238875" y="3944938"/>
          <p14:tracePt t="63829" x="6251575" y="3944938"/>
          <p14:tracePt t="63836" x="6264275" y="3944938"/>
          <p14:tracePt t="63842" x="6276975" y="3944938"/>
          <p14:tracePt t="63849" x="6289675" y="3944938"/>
          <p14:tracePt t="63856" x="6308725" y="3944938"/>
          <p14:tracePt t="63863" x="6327775" y="3944938"/>
          <p14:tracePt t="63870" x="6346825" y="3944938"/>
          <p14:tracePt t="63878" x="6365875" y="3944938"/>
          <p14:tracePt t="63884" x="6391275" y="3938588"/>
          <p14:tracePt t="63891" x="6410325" y="3938588"/>
          <p14:tracePt t="63898" x="6435725" y="3932238"/>
          <p14:tracePt t="63905" x="6454775" y="3925888"/>
          <p14:tracePt t="63912" x="6473825" y="3919538"/>
          <p14:tracePt t="63919" x="6492875" y="3919538"/>
          <p14:tracePt t="63926" x="6511925" y="3913188"/>
          <p14:tracePt t="63933" x="6530975" y="3913188"/>
          <p14:tracePt t="63940" x="6556375" y="3906838"/>
          <p14:tracePt t="63947" x="6575425" y="3900488"/>
          <p14:tracePt t="63954" x="6588125" y="3894138"/>
          <p14:tracePt t="63961" x="6600825" y="3894138"/>
          <p14:tracePt t="63968" x="6619875" y="3894138"/>
          <p14:tracePt t="63975" x="6640513" y="3887788"/>
          <p14:tracePt t="63981" x="6659563" y="3887788"/>
          <p14:tracePt t="63989" x="6678613" y="3881438"/>
          <p14:tracePt t="63996" x="6697663" y="3875088"/>
          <p14:tracePt t="64003" x="6710363" y="3875088"/>
          <p14:tracePt t="64009" x="6729413" y="3875088"/>
          <p14:tracePt t="64016" x="6748463" y="3875088"/>
          <p14:tracePt t="64023" x="6773863" y="3868738"/>
          <p14:tracePt t="64030" x="6792913" y="3868738"/>
          <p14:tracePt t="64037" x="6805613" y="3868738"/>
          <p14:tracePt t="64044" x="6818313" y="3862388"/>
          <p14:tracePt t="64051" x="6831013" y="3862388"/>
          <p14:tracePt t="64058" x="6843713" y="3856038"/>
          <p14:tracePt t="64065" x="6856413" y="3856038"/>
          <p14:tracePt t="64072" x="6875463" y="3856038"/>
          <p14:tracePt t="64079" x="6894513" y="3856038"/>
          <p14:tracePt t="64086" x="6907213" y="3856038"/>
          <p14:tracePt t="64093" x="6926263" y="3849688"/>
          <p14:tracePt t="64100" x="6938963" y="3849688"/>
          <p14:tracePt t="64107" x="6945313" y="3843338"/>
          <p14:tracePt t="64114" x="6958013" y="3843338"/>
          <p14:tracePt t="64120" x="6964363" y="3843338"/>
          <p14:tracePt t="64127" x="6970713" y="3843338"/>
          <p14:tracePt t="64134" x="6977063" y="3843338"/>
          <p14:tracePt t="64141" x="6977063" y="3836988"/>
          <p14:tracePt t="64148" x="6983413" y="3836988"/>
          <p14:tracePt t="64155" x="6983413" y="3830638"/>
          <p14:tracePt t="64177" x="6989763" y="3830638"/>
          <p14:tracePt t="64183" x="6989763" y="3824288"/>
          <p14:tracePt t="64205" x="6989763" y="3817938"/>
          <p14:tracePt t="64218" x="6989763" y="3811588"/>
          <p14:tracePt t="64225" x="6983413" y="3805238"/>
          <p14:tracePt t="64232" x="6970713" y="3798888"/>
          <p14:tracePt t="64239" x="6964363" y="3792538"/>
          <p14:tracePt t="64247" x="6951663" y="3779838"/>
          <p14:tracePt t="64253" x="6932613" y="3773488"/>
          <p14:tracePt t="64260" x="6907213" y="3760788"/>
          <p14:tracePt t="64267" x="6875463" y="3741738"/>
          <p14:tracePt t="64274" x="6850063" y="3722688"/>
          <p14:tracePt t="64280" x="6811963" y="3703638"/>
          <p14:tracePt t="64287" x="6767513" y="3684588"/>
          <p14:tracePt t="64295" x="6723063" y="3671888"/>
          <p14:tracePt t="64302" x="6678613" y="3652838"/>
          <p14:tracePt t="64309" x="6640513" y="3638550"/>
          <p14:tracePt t="64316" x="6594475" y="3625850"/>
          <p14:tracePt t="64323" x="6556375" y="3619500"/>
          <p14:tracePt t="64329" x="6524625" y="3613150"/>
          <p14:tracePt t="64337" x="6492875" y="3613150"/>
          <p14:tracePt t="64344" x="6467475" y="3613150"/>
          <p14:tracePt t="64351" x="6442075" y="3613150"/>
          <p14:tracePt t="64358" x="6416675" y="3613150"/>
          <p14:tracePt t="64364" x="6397625" y="3613150"/>
          <p14:tracePt t="64371" x="6372225" y="3613150"/>
          <p14:tracePt t="64379" x="6346825" y="3613150"/>
          <p14:tracePt t="64386" x="6327775" y="3613150"/>
          <p14:tracePt t="64393" x="6302375" y="3613150"/>
          <p14:tracePt t="64400" x="6283325" y="3613150"/>
          <p14:tracePt t="64406" x="6257925" y="3619500"/>
          <p14:tracePt t="64414" x="6238875" y="3619500"/>
          <p14:tracePt t="64421" x="6219825" y="3625850"/>
          <p14:tracePt t="64427" x="6207125" y="3625850"/>
          <p14:tracePt t="64435" x="6194425" y="3632200"/>
          <p14:tracePt t="64441" x="6181725" y="3638550"/>
          <p14:tracePt t="64448" x="6167438" y="3646488"/>
          <p14:tracePt t="64455" x="6161088" y="3646488"/>
          <p14:tracePt t="64462" x="6154738" y="3646488"/>
          <p14:tracePt t="64469" x="6142038" y="3646488"/>
          <p14:tracePt t="64476" x="6135688" y="3646488"/>
          <p14:tracePt t="64483" x="6129338" y="3652838"/>
          <p14:tracePt t="64490" x="6122988" y="3652838"/>
          <p14:tracePt t="64497" x="6122988" y="3659188"/>
          <p14:tracePt t="64505" x="6116638" y="3659188"/>
          <p14:tracePt t="64512" x="6110288" y="3659188"/>
          <p14:tracePt t="64518" x="6103938" y="3659188"/>
          <p14:tracePt t="64532" x="6097588" y="3665538"/>
          <p14:tracePt t="64540" x="6084888" y="3665538"/>
          <p14:tracePt t="64546" x="6078538" y="3665538"/>
          <p14:tracePt t="64552" x="6065838" y="3665538"/>
          <p14:tracePt t="64560" x="6059488" y="3665538"/>
          <p14:tracePt t="64567" x="6053138" y="3671888"/>
          <p14:tracePt t="64574" x="6046788" y="3671888"/>
          <p14:tracePt t="64588" x="6040438" y="3671888"/>
          <p14:tracePt t="64602" x="6034088" y="3671888"/>
          <p14:tracePt t="64608" x="6034088" y="3678238"/>
          <p14:tracePt t="64643" x="6034088" y="3684588"/>
          <p14:tracePt t="66156" x="6015038" y="3697288"/>
          <p14:tracePt t="66164" x="5995988" y="3722688"/>
          <p14:tracePt t="66172" x="5970588" y="3735388"/>
          <p14:tracePt t="66178" x="5951538" y="3754438"/>
          <p14:tracePt t="66187" x="5938838" y="3767138"/>
          <p14:tracePt t="66192" x="5926138" y="3773488"/>
          <p14:tracePt t="66198" x="5919788" y="3786188"/>
          <p14:tracePt t="66205" x="5913438" y="3792538"/>
          <p14:tracePt t="66211" x="5907088" y="3798888"/>
          <p14:tracePt t="66224" x="5900738" y="3798888"/>
          <p14:tracePt t="66231" x="5900738" y="3805238"/>
          <p14:tracePt t="66238" x="5900738" y="3811588"/>
          <p14:tracePt t="66252" x="5894388" y="3817938"/>
          <p14:tracePt t="66267" x="5888038" y="3817938"/>
          <p14:tracePt t="66272" x="5888038" y="3824288"/>
          <p14:tracePt t="66294" x="5888038" y="3830638"/>
          <p14:tracePt t="66301" x="5881688" y="3836988"/>
          <p14:tracePt t="66315" x="5881688" y="3843338"/>
          <p14:tracePt t="66329" x="5875338" y="3843338"/>
          <p14:tracePt t="66336" x="5875338" y="3849688"/>
          <p14:tracePt t="66342" x="5875338" y="3856038"/>
          <p14:tracePt t="66350" x="5875338" y="3862388"/>
          <p14:tracePt t="66363" x="5868988" y="3868738"/>
          <p14:tracePt t="66370" x="5868988" y="3875088"/>
          <p14:tracePt t="66384" x="5862638" y="3881438"/>
          <p14:tracePt t="66391" x="5862638" y="3887788"/>
          <p14:tracePt t="66405" x="5862638" y="3894138"/>
          <p14:tracePt t="66412" x="5856288" y="3900488"/>
          <p14:tracePt t="66419" x="5856288" y="3906838"/>
          <p14:tracePt t="66433" x="5856288" y="3913188"/>
          <p14:tracePt t="66448" x="5856288" y="3919538"/>
          <p14:tracePt t="66461" x="5856288" y="3925888"/>
          <p14:tracePt t="66489" x="5856288" y="3932238"/>
          <p14:tracePt t="66545" x="5849938" y="3932238"/>
          <p14:tracePt t="66586" x="5843588" y="3932238"/>
          <p14:tracePt t="66628" x="5843588" y="3938588"/>
          <p14:tracePt t="66635" x="5837238" y="3938588"/>
          <p14:tracePt t="66643" x="5837238" y="3944938"/>
          <p14:tracePt t="66656" x="5830888" y="3944938"/>
          <p14:tracePt t="66663" x="5830888" y="3951288"/>
          <p14:tracePt t="66669" x="5824538" y="3951288"/>
          <p14:tracePt t="66677" x="5818188" y="3957638"/>
          <p14:tracePt t="66685" x="5811838" y="3957638"/>
          <p14:tracePt t="66691" x="5811838" y="3963988"/>
          <p14:tracePt t="66697" x="5805488" y="3963988"/>
          <p14:tracePt t="66704" x="5805488" y="3970338"/>
          <p14:tracePt t="66719" x="5799138" y="3976688"/>
          <p14:tracePt t="66725" x="5792788" y="3983038"/>
          <p14:tracePt t="66733" x="5792788" y="3989388"/>
          <p14:tracePt t="66739" x="5786438" y="3989388"/>
          <p14:tracePt t="66746" x="5786438" y="3995738"/>
          <p14:tracePt t="66754" x="5780088" y="4002088"/>
          <p14:tracePt t="66760" x="5773738" y="4002088"/>
          <p14:tracePt t="66767" x="5773738" y="4008438"/>
          <p14:tracePt t="66776" x="5767388" y="4014788"/>
          <p14:tracePt t="66783" x="5767388" y="4021138"/>
          <p14:tracePt t="66804" x="5754688" y="4033838"/>
          <p14:tracePt t="66810" x="5748338" y="4033838"/>
          <p14:tracePt t="66816" x="5748338" y="4040188"/>
          <p14:tracePt t="66830" x="5741988" y="4040188"/>
          <p14:tracePt t="66844" x="5741988" y="4046538"/>
          <p14:tracePt t="66858" x="5735638" y="4046538"/>
          <p14:tracePt t="66893" x="5729288" y="4046538"/>
          <p14:tracePt t="66900" x="5729288" y="4052888"/>
          <p14:tracePt t="66907" x="5722938" y="4052888"/>
          <p14:tracePt t="66942" x="5722938" y="4059238"/>
          <p14:tracePt t="66970" x="5716588" y="4059238"/>
          <p14:tracePt t="67004" x="5716588" y="4065588"/>
          <p14:tracePt t="67039" x="5716588" y="4073525"/>
          <p14:tracePt t="67053" x="5708650" y="4073525"/>
          <p14:tracePt t="67067" x="5708650" y="4079875"/>
          <p14:tracePt t="67094" x="5708650" y="4086225"/>
          <p14:tracePt t="67110" x="5702300" y="4086225"/>
          <p14:tracePt t="67129" x="5695950" y="4086225"/>
          <p14:tracePt t="67143" x="5695950" y="4092575"/>
          <p14:tracePt t="67192" x="5695950" y="4098925"/>
          <p14:tracePt t="67240" x="5689600" y="4098925"/>
          <p14:tracePt t="67651" x="5689600" y="4092575"/>
          <p14:tracePt t="67672" x="5689600" y="4086225"/>
          <p14:tracePt t="67686" x="5689600" y="4079875"/>
          <p14:tracePt t="67693" x="5683250" y="4079875"/>
          <p14:tracePt t="67714" x="5683250" y="4073525"/>
          <p14:tracePt t="67721" x="5676900" y="4073525"/>
          <p14:tracePt t="67727" x="5670550" y="4073525"/>
          <p14:tracePt t="67743" x="5664200" y="4065588"/>
          <p14:tracePt t="67770" x="5657850" y="4065588"/>
          <p14:tracePt t="67781" x="5657850" y="4059238"/>
          <p14:tracePt t="68022" x="5632450" y="4059238"/>
          <p14:tracePt t="68027" x="5613400" y="4059238"/>
          <p14:tracePt t="68035" x="5594350" y="4059238"/>
          <p14:tracePt t="68042" x="5581650" y="4059238"/>
          <p14:tracePt t="68048" x="5568950" y="4059238"/>
          <p14:tracePt t="68055" x="5556250" y="4059238"/>
          <p14:tracePt t="68065" x="5543550" y="4059238"/>
          <p14:tracePt t="68071" x="5524500" y="4059238"/>
          <p14:tracePt t="68077" x="5511800" y="4059238"/>
          <p14:tracePt t="68083" x="5499100" y="4052888"/>
          <p14:tracePt t="68090" x="5480050" y="4052888"/>
          <p14:tracePt t="68097" x="5461000" y="4046538"/>
          <p14:tracePt t="68106" x="5435600" y="4046538"/>
          <p14:tracePt t="68111" x="5403850" y="4040188"/>
          <p14:tracePt t="68118" x="5372100" y="4027488"/>
          <p14:tracePt t="68125" x="5334000" y="4021138"/>
          <p14:tracePt t="68132" x="5295900" y="4008438"/>
          <p14:tracePt t="68139" x="5256213" y="3995738"/>
          <p14:tracePt t="68146" x="5224463" y="3989388"/>
          <p14:tracePt t="68153" x="5192713" y="3976688"/>
          <p14:tracePt t="68159" x="5167313" y="3970338"/>
          <p14:tracePt t="68167" x="5141913" y="3970338"/>
          <p14:tracePt t="68173" x="5110163" y="3957638"/>
          <p14:tracePt t="68180" x="5091113" y="3951288"/>
          <p14:tracePt t="68188" x="5065713" y="3944938"/>
          <p14:tracePt t="68194" x="5053013" y="3944938"/>
          <p14:tracePt t="68202" x="5027613" y="3938588"/>
          <p14:tracePt t="68208" x="5014913" y="3938588"/>
          <p14:tracePt t="68215" x="4995863" y="3938588"/>
          <p14:tracePt t="68223" x="4976813" y="3938588"/>
          <p14:tracePt t="68230" x="4964113" y="3932238"/>
          <p14:tracePt t="68238" x="4945063" y="3925888"/>
          <p14:tracePt t="68243" x="4932363" y="3919538"/>
          <p14:tracePt t="68250" x="4913313" y="3919538"/>
          <p14:tracePt t="68257" x="4900613" y="3919538"/>
          <p14:tracePt t="68264" x="4881563" y="3913188"/>
          <p14:tracePt t="68271" x="4875213" y="3906838"/>
          <p14:tracePt t="68278" x="4862513" y="3900488"/>
          <p14:tracePt t="68286" x="4856163" y="3900488"/>
          <p14:tracePt t="68292" x="4843463" y="3900488"/>
          <p14:tracePt t="68299" x="4837113" y="3900488"/>
          <p14:tracePt t="68307" x="4830763" y="3894138"/>
          <p14:tracePt t="68313" x="4824413" y="3894138"/>
          <p14:tracePt t="68320" x="4818063" y="3894138"/>
          <p14:tracePt t="68328" x="4811713" y="3894138"/>
          <p14:tracePt t="68334" x="4805363" y="3887788"/>
          <p14:tracePt t="68341" x="4797425" y="3887788"/>
          <p14:tracePt t="68348" x="4791075" y="3887788"/>
          <p14:tracePt t="68361" x="4784725" y="3887788"/>
          <p14:tracePt t="68376" x="4772025" y="3887788"/>
          <p14:tracePt t="68389" x="4765675" y="3887788"/>
          <p14:tracePt t="68396" x="4759325" y="3887788"/>
          <p14:tracePt t="68403" x="4752975" y="3894138"/>
          <p14:tracePt t="68418" x="4752975" y="3900488"/>
          <p14:tracePt t="68424" x="4746625" y="3900488"/>
          <p14:tracePt t="68432" x="4746625" y="3913188"/>
          <p14:tracePt t="68446" x="4746625" y="3919538"/>
          <p14:tracePt t="68453" x="4746625" y="3938588"/>
          <p14:tracePt t="68459" x="4746625" y="3951288"/>
          <p14:tracePt t="68466" x="4752975" y="3963988"/>
          <p14:tracePt t="68473" x="4759325" y="3983038"/>
          <p14:tracePt t="68480" x="4772025" y="3995738"/>
          <p14:tracePt t="68487" x="4784725" y="4021138"/>
          <p14:tracePt t="68494" x="4791075" y="4027488"/>
          <p14:tracePt t="68501" x="4797425" y="4040188"/>
          <p14:tracePt t="68508" x="4805363" y="4052888"/>
          <p14:tracePt t="68515" x="4818063" y="4059238"/>
          <p14:tracePt t="68522" x="4824413" y="4065588"/>
          <p14:tracePt t="68528" x="4830763" y="4073525"/>
          <p14:tracePt t="68535" x="4837113" y="4086225"/>
          <p14:tracePt t="68543" x="4843463" y="4086225"/>
          <p14:tracePt t="68550" x="4843463" y="4092575"/>
          <p14:tracePt t="68557" x="4849813" y="4098925"/>
          <p14:tracePt t="68563" x="4856163" y="4105275"/>
          <p14:tracePt t="68571" x="4862513" y="4105275"/>
          <p14:tracePt t="68577" x="4862513" y="4111625"/>
          <p14:tracePt t="68584" x="4875213" y="4117975"/>
          <p14:tracePt t="68591" x="4875213" y="4124325"/>
          <p14:tracePt t="68598" x="4881563" y="4130675"/>
          <p14:tracePt t="68606" x="4881563" y="4137025"/>
          <p14:tracePt t="68613" x="4887913" y="4143375"/>
          <p14:tracePt t="68619" x="4894263" y="4149725"/>
          <p14:tracePt t="68626" x="4900613" y="4162425"/>
          <p14:tracePt t="68633" x="4906963" y="4162425"/>
          <p14:tracePt t="68640" x="4906963" y="4168775"/>
          <p14:tracePt t="68647" x="4919663" y="4181475"/>
          <p14:tracePt t="68654" x="4919663" y="4187825"/>
          <p14:tracePt t="68661" x="4926013" y="4194175"/>
          <p14:tracePt t="68668" x="4932363" y="4200525"/>
          <p14:tracePt t="68674" x="4938713" y="4206875"/>
          <p14:tracePt t="68682" x="4945063" y="4213225"/>
          <p14:tracePt t="68689" x="4945063" y="4219575"/>
          <p14:tracePt t="68696" x="4951413" y="4219575"/>
          <p14:tracePt t="68702" x="4951413" y="4225925"/>
          <p14:tracePt t="68717" x="4957763" y="4232275"/>
          <p14:tracePt t="68731" x="4964113" y="4232275"/>
          <p14:tracePt t="68737" x="4970463" y="4238625"/>
          <p14:tracePt t="68752" x="4970463" y="4244975"/>
          <p14:tracePt t="68760" x="4976813" y="4244975"/>
          <p14:tracePt t="68766" x="4983163" y="4244975"/>
          <p14:tracePt t="68772" x="4989513" y="4251325"/>
          <p14:tracePt t="68779" x="5002213" y="4251325"/>
          <p14:tracePt t="68787" x="5008563" y="4251325"/>
          <p14:tracePt t="68793" x="5014913" y="4251325"/>
          <p14:tracePt t="68800" x="5027613" y="4257675"/>
          <p14:tracePt t="68807" x="5040313" y="4257675"/>
          <p14:tracePt t="68814" x="5053013" y="4264025"/>
          <p14:tracePt t="68821" x="5059363" y="4264025"/>
          <p14:tracePt t="68828" x="5072063" y="4270375"/>
          <p14:tracePt t="68835" x="5084763" y="4270375"/>
          <p14:tracePt t="68842" x="5091113" y="4270375"/>
          <p14:tracePt t="68849" x="5097463" y="4270375"/>
          <p14:tracePt t="68856" x="5103813" y="4270375"/>
          <p14:tracePt t="68863" x="5116513" y="4276725"/>
          <p14:tracePt t="68870" x="5129213" y="4276725"/>
          <p14:tracePt t="68877" x="5135563" y="4276725"/>
          <p14:tracePt t="68884" x="5148263" y="4276725"/>
          <p14:tracePt t="68891" x="5160963" y="4276725"/>
          <p14:tracePt t="68897" x="5173663" y="4276725"/>
          <p14:tracePt t="68905" x="5180013" y="4276725"/>
          <p14:tracePt t="68911" x="5186363" y="4276725"/>
          <p14:tracePt t="68918" x="5199063" y="4276725"/>
          <p14:tracePt t="68926" x="5211763" y="4276725"/>
          <p14:tracePt t="68933" x="5218113" y="4276725"/>
          <p14:tracePt t="68940" x="5224463" y="4276725"/>
          <p14:tracePt t="68946" x="5237163" y="4276725"/>
          <p14:tracePt t="68960" x="5243513" y="4276725"/>
          <p14:tracePt t="68968" x="5256213" y="4276725"/>
          <p14:tracePt t="68982" x="5264150" y="4276725"/>
          <p14:tracePt t="68988" x="5270500" y="4276725"/>
          <p14:tracePt t="68995" x="5276850" y="4276725"/>
          <p14:tracePt t="69002" x="5283200" y="4276725"/>
          <p14:tracePt t="69010" x="5289550" y="4276725"/>
          <p14:tracePt t="69016" x="5295900" y="4276725"/>
          <p14:tracePt t="69023" x="5302250" y="4276725"/>
          <p14:tracePt t="69031" x="5308600" y="4283075"/>
          <p14:tracePt t="69037" x="5314950" y="4283075"/>
          <p14:tracePt t="69044" x="5321300" y="4283075"/>
          <p14:tracePt t="69058" x="5327650" y="4283075"/>
          <p14:tracePt t="69065" x="5334000" y="4283075"/>
          <p14:tracePt t="69075" x="5340350" y="4283075"/>
          <p14:tracePt t="69093" x="5346700" y="4283075"/>
          <p14:tracePt t="69107" x="5353050" y="4283075"/>
          <p14:tracePt t="69114" x="5359400" y="4283075"/>
          <p14:tracePt t="69127" x="5365750" y="4283075"/>
          <p14:tracePt t="69134" x="5372100" y="4283075"/>
          <p14:tracePt t="69141" x="5378450" y="4283075"/>
          <p14:tracePt t="69148" x="5384800" y="4283075"/>
          <p14:tracePt t="69163" x="5391150" y="4283075"/>
          <p14:tracePt t="69177" x="5403850" y="4283075"/>
          <p14:tracePt t="69190" x="5410200" y="4283075"/>
          <p14:tracePt t="69213" x="5416550" y="4283075"/>
          <p14:tracePt t="69218" x="5422900" y="4283075"/>
          <p14:tracePt t="69239" x="5429250" y="4283075"/>
          <p14:tracePt t="69261" x="5435600" y="4276725"/>
          <p14:tracePt t="69274" x="5448300" y="4276725"/>
          <p14:tracePt t="69288" x="5454650" y="4276725"/>
          <p14:tracePt t="69294" x="5454650" y="4270375"/>
          <p14:tracePt t="69304" x="5467350" y="4270375"/>
          <p14:tracePt t="69316" x="5473700" y="4270375"/>
          <p14:tracePt t="69330" x="5480050" y="4270375"/>
          <p14:tracePt t="69338" x="5480050" y="4264025"/>
          <p14:tracePt t="69343" x="5486400" y="4264025"/>
          <p14:tracePt t="69365" x="5492750" y="4264025"/>
          <p14:tracePt t="69371" x="5492750" y="4257675"/>
          <p14:tracePt t="69378" x="5499100" y="4257675"/>
          <p14:tracePt t="69385" x="5499100" y="4251325"/>
          <p14:tracePt t="69392" x="5505450" y="4251325"/>
          <p14:tracePt t="69406" x="5511800" y="4251325"/>
          <p14:tracePt t="69420" x="5511800" y="4244975"/>
          <p14:tracePt t="69427" x="5518150" y="4244975"/>
          <p14:tracePt t="69434" x="5524500" y="4244975"/>
          <p14:tracePt t="69448" x="5530850" y="4238625"/>
          <p14:tracePt t="69462" x="5537200" y="4232275"/>
          <p14:tracePt t="69469" x="5537200" y="4225925"/>
          <p14:tracePt t="69483" x="5543550" y="4225925"/>
          <p14:tracePt t="69489" x="5543550" y="4219575"/>
          <p14:tracePt t="69496" x="5549900" y="4219575"/>
          <p14:tracePt t="69503" x="5549900" y="4213225"/>
          <p14:tracePt t="69517" x="5549900" y="4206875"/>
          <p14:tracePt t="69524" x="5556250" y="4200525"/>
          <p14:tracePt t="69539" x="5556250" y="4194175"/>
          <p14:tracePt t="69552" x="5556250" y="4187825"/>
          <p14:tracePt t="69559" x="5562600" y="4181475"/>
          <p14:tracePt t="69566" x="5562600" y="4175125"/>
          <p14:tracePt t="69573" x="5568950" y="4175125"/>
          <p14:tracePt t="69580" x="5568950" y="4168775"/>
          <p14:tracePt t="69587" x="5568950" y="4162425"/>
          <p14:tracePt t="69594" x="5568950" y="4156075"/>
          <p14:tracePt t="69608" x="5568950" y="4149725"/>
          <p14:tracePt t="69614" x="5568950" y="4143375"/>
          <p14:tracePt t="69622" x="5568950" y="4137025"/>
          <p14:tracePt t="69636" x="5568950" y="4130675"/>
          <p14:tracePt t="69651" x="5568950" y="4124325"/>
          <p14:tracePt t="69663" x="5568950" y="4117975"/>
          <p14:tracePt t="69670" x="5568950" y="4111625"/>
          <p14:tracePt t="69685" x="5568950" y="4105275"/>
          <p14:tracePt t="69698" x="5568950" y="4098925"/>
          <p14:tracePt t="69705" x="5562600" y="4098925"/>
          <p14:tracePt t="69719" x="5562600" y="4092575"/>
          <p14:tracePt t="69727" x="5562600" y="4086225"/>
          <p14:tracePt t="69740" x="5556250" y="4079875"/>
          <p14:tracePt t="69754" x="5549900" y="4079875"/>
          <p14:tracePt t="69761" x="5549900" y="4073525"/>
          <p14:tracePt t="69770" x="5543550" y="4073525"/>
          <p14:tracePt t="69775" x="5543550" y="4065588"/>
          <p14:tracePt t="69782" x="5537200" y="4065588"/>
          <p14:tracePt t="69796" x="5530850" y="4065588"/>
          <p14:tracePt t="69803" x="5530850" y="4059238"/>
          <p14:tracePt t="69810" x="5524500" y="4052888"/>
          <p14:tracePt t="69823" x="5511800" y="4046538"/>
          <p14:tracePt t="69838" x="5505450" y="4040188"/>
          <p14:tracePt t="69845" x="5499100" y="4033838"/>
          <p14:tracePt t="69851" x="5492750" y="4033838"/>
          <p14:tracePt t="69858" x="5492750" y="4027488"/>
          <p14:tracePt t="69866" x="5480050" y="4021138"/>
          <p14:tracePt t="69872" x="5473700" y="4014788"/>
          <p14:tracePt t="69879" x="5467350" y="4008438"/>
          <p14:tracePt t="69886" x="5454650" y="4002088"/>
          <p14:tracePt t="69893" x="5448300" y="3995738"/>
          <p14:tracePt t="69900" x="5435600" y="3989388"/>
          <p14:tracePt t="69907" x="5429250" y="3983038"/>
          <p14:tracePt t="69914" x="5422900" y="3976688"/>
          <p14:tracePt t="69921" x="5410200" y="3970338"/>
          <p14:tracePt t="69928" x="5397500" y="3963988"/>
          <p14:tracePt t="69935" x="5391150" y="3957638"/>
          <p14:tracePt t="69942" x="5372100" y="3951288"/>
          <p14:tracePt t="69949" x="5365750" y="3944938"/>
          <p14:tracePt t="69956" x="5353050" y="3938588"/>
          <p14:tracePt t="69963" x="5340350" y="3932238"/>
          <p14:tracePt t="69970" x="5327650" y="3932238"/>
          <p14:tracePt t="69977" x="5314950" y="3925888"/>
          <p14:tracePt t="69984" x="5308600" y="3919538"/>
          <p14:tracePt t="69991" x="5295900" y="3919538"/>
          <p14:tracePt t="69998" x="5283200" y="3919538"/>
          <p14:tracePt t="70006" x="5270500" y="3919538"/>
          <p14:tracePt t="70012" x="5264150" y="3913188"/>
          <p14:tracePt t="70019" x="5249863" y="3913188"/>
          <p14:tracePt t="70025" x="5230813" y="3913188"/>
          <p14:tracePt t="70032" x="5211763" y="3913188"/>
          <p14:tracePt t="70040" x="5192713" y="3913188"/>
          <p14:tracePt t="70047" x="5167313" y="3913188"/>
          <p14:tracePt t="70054" x="5141913" y="3913188"/>
          <p14:tracePt t="70060" x="5129213" y="3913188"/>
          <p14:tracePt t="70067" x="5110163" y="3913188"/>
          <p14:tracePt t="70074" x="5091113" y="3919538"/>
          <p14:tracePt t="70081" x="5078413" y="3919538"/>
          <p14:tracePt t="70088" x="5065713" y="3925888"/>
          <p14:tracePt t="70095" x="5046663" y="3925888"/>
          <p14:tracePt t="70103" x="5040313" y="3932238"/>
          <p14:tracePt t="70109" x="5027613" y="3932238"/>
          <p14:tracePt t="70116" x="5021263" y="3932238"/>
          <p14:tracePt t="70123" x="5008563" y="3932238"/>
          <p14:tracePt t="70130" x="5002213" y="3938588"/>
          <p14:tracePt t="70137" x="4989513" y="3938588"/>
          <p14:tracePt t="70144" x="4976813" y="3944938"/>
          <p14:tracePt t="70151" x="4964113" y="3944938"/>
          <p14:tracePt t="70158" x="4957763" y="3951288"/>
          <p14:tracePt t="70165" x="4951413" y="3951288"/>
          <p14:tracePt t="70172" x="4938713" y="3957638"/>
          <p14:tracePt t="70186" x="4932363" y="3957638"/>
          <p14:tracePt t="70193" x="4926013" y="3957638"/>
          <p14:tracePt t="70200" x="4919663" y="3963988"/>
          <p14:tracePt t="70222" x="4913313" y="3970338"/>
          <p14:tracePt t="70235" x="4906963" y="3970338"/>
          <p14:tracePt t="70256" x="4900613" y="3976688"/>
          <p14:tracePt t="70284" x="4900613" y="3983038"/>
          <p14:tracePt t="70326" x="4900613" y="3989388"/>
          <p14:tracePt t="70374" x="4906963" y="3989388"/>
          <p14:tracePt t="70416" x="4913313" y="3989388"/>
          <p14:tracePt t="70444" x="4913313" y="3995738"/>
          <p14:tracePt t="70466" x="4919663" y="4002088"/>
          <p14:tracePt t="70500" x="4919663" y="4008438"/>
          <p14:tracePt t="70535" x="4919663" y="4014788"/>
          <p14:tracePt t="70555" x="4926013" y="4014788"/>
          <p14:tracePt t="70569" x="4926013" y="4021138"/>
          <p14:tracePt t="70583" x="4932363" y="4021138"/>
          <p14:tracePt t="70590" x="4932363" y="4027488"/>
          <p14:tracePt t="70814" x="5021263" y="4027488"/>
          <p14:tracePt t="70819" x="5148263" y="4021138"/>
          <p14:tracePt t="70827" x="5243513" y="4021138"/>
          <p14:tracePt t="70834" x="5327650" y="4014788"/>
          <p14:tracePt t="70842" x="5403850" y="4014788"/>
          <p14:tracePt t="70848" x="5480050" y="4008438"/>
          <p14:tracePt t="70855" x="5556250" y="4002088"/>
          <p14:tracePt t="70862" x="5632450" y="4002088"/>
          <p14:tracePt t="70869" x="5702300" y="4002088"/>
          <p14:tracePt t="70875" x="5780088" y="3995738"/>
          <p14:tracePt t="70882" x="5862638" y="3995738"/>
          <p14:tracePt t="70891" x="5951538" y="3983038"/>
          <p14:tracePt t="70897" x="6059488" y="3976688"/>
          <p14:tracePt t="70904" x="6154738" y="3963988"/>
          <p14:tracePt t="70910" x="6283325" y="3957638"/>
          <p14:tracePt t="70917" x="6416675" y="3938588"/>
          <p14:tracePt t="70924" x="6511925" y="3919538"/>
          <p14:tracePt t="70933" x="6588125" y="3906838"/>
          <p14:tracePt t="70939" x="6659563" y="3894138"/>
          <p14:tracePt t="70945" x="6710363" y="3887788"/>
          <p14:tracePt t="70952" x="6761163" y="3875088"/>
          <p14:tracePt t="70959" x="6805613" y="3868738"/>
          <p14:tracePt t="70966" x="6850063" y="3856038"/>
          <p14:tracePt t="70974" x="6888163" y="3849688"/>
          <p14:tracePt t="70982" x="6913563" y="3836988"/>
          <p14:tracePt t="70987" x="6945313" y="3830638"/>
          <p14:tracePt t="70993" x="6964363" y="3830638"/>
          <p14:tracePt t="71000" x="6977063" y="3824288"/>
          <p14:tracePt t="71007" x="6983413" y="3817938"/>
          <p14:tracePt t="71015" x="6996113" y="3817938"/>
          <p14:tracePt t="71021" x="7002463" y="3817938"/>
          <p14:tracePt t="71030" x="7008813" y="3811588"/>
          <p14:tracePt t="71042" x="7015163" y="3805238"/>
          <p14:tracePt t="71392" x="7131050" y="3735388"/>
          <p14:tracePt t="71398" x="7321550" y="3606800"/>
          <p14:tracePt t="71405" x="7505700" y="3498850"/>
          <p14:tracePt t="71411" x="7678738" y="3403600"/>
          <p14:tracePt t="71418" x="7793038" y="3352800"/>
          <p14:tracePt t="71425" x="7875588" y="3308350"/>
          <p14:tracePt t="71433" x="7945438" y="3276600"/>
          <p14:tracePt t="71443" x="8010525" y="3244850"/>
          <p14:tracePt t="71448" x="8061325" y="3211513"/>
          <p14:tracePt t="71454" x="8105775" y="3179763"/>
          <p14:tracePt t="71460" x="8156575" y="3154363"/>
          <p14:tracePt t="71467" x="8194675" y="3128963"/>
          <p14:tracePt t="71474" x="8220075" y="3116263"/>
          <p14:tracePt t="71481" x="8251825" y="3103563"/>
          <p14:tracePt t="71487" x="8283575" y="3084513"/>
          <p14:tracePt t="71497" x="8302625" y="3071813"/>
          <p14:tracePt t="71502" x="8328025" y="3059113"/>
          <p14:tracePt t="71509" x="8366125" y="3052763"/>
          <p14:tracePt t="71516" x="8410575" y="3040063"/>
          <p14:tracePt t="71522" x="8455025" y="3014663"/>
          <p14:tracePt t="71529" x="8513763" y="3001963"/>
          <p14:tracePt t="71536" x="8564563" y="2989263"/>
          <p14:tracePt t="71545" x="8609013" y="2982913"/>
          <p14:tracePt t="71551" x="8647113" y="2970213"/>
          <p14:tracePt t="71557" x="8678863" y="2970213"/>
          <p14:tracePt t="71564" x="8704263" y="2970213"/>
          <p14:tracePt t="71571" x="8723313" y="2963863"/>
          <p14:tracePt t="71578" x="8736013" y="2963863"/>
          <p14:tracePt t="71589" x="8742363" y="2957513"/>
          <p14:tracePt t="71593" x="8748713" y="2957513"/>
          <p14:tracePt t="71607" x="8755063" y="2957513"/>
          <p14:tracePt t="71629" x="8761413" y="2957513"/>
          <p14:tracePt t="71732" x="8767763" y="2957513"/>
          <p14:tracePt t="71752" x="8774113" y="2957513"/>
          <p14:tracePt t="71767" x="8780463" y="2957513"/>
          <p14:tracePt t="71776" x="8799513" y="2951163"/>
          <p14:tracePt t="71782" x="8863013" y="2932113"/>
          <p14:tracePt t="71789" x="9029700" y="2868613"/>
          <p14:tracePt t="72012" x="8805863" y="2805113"/>
          <p14:tracePt t="72017" x="8545513" y="2887663"/>
          <p14:tracePt t="72024" x="8302625" y="2970213"/>
          <p14:tracePt t="72031" x="8093075" y="3021013"/>
          <p14:tracePt t="72038" x="7920038" y="3084513"/>
          <p14:tracePt t="72045" x="7786688" y="3141663"/>
          <p14:tracePt t="72052" x="7666038" y="3186113"/>
          <p14:tracePt t="72060" x="7518400" y="3244850"/>
          <p14:tracePt t="72066" x="7378700" y="3289300"/>
          <p14:tracePt t="72072" x="7219950" y="3346450"/>
          <p14:tracePt t="72080" x="7053263" y="3409950"/>
          <p14:tracePt t="72086" x="6913563" y="3454400"/>
          <p14:tracePt t="72094" x="6792913" y="3492500"/>
          <p14:tracePt t="72103" x="6672263" y="3517900"/>
          <p14:tracePt t="72108" x="6562725" y="3524250"/>
          <p14:tracePt t="72115" x="6467475" y="3536950"/>
          <p14:tracePt t="72122" x="6372225" y="3536950"/>
          <p14:tracePt t="72128" x="6296025" y="3536950"/>
          <p14:tracePt t="72136" x="6213475" y="3536950"/>
          <p14:tracePt t="72143" x="6129338" y="3530600"/>
          <p14:tracePt t="72151" x="6053138" y="3517900"/>
          <p14:tracePt t="72157" x="5983288" y="3511550"/>
          <p14:tracePt t="72164" x="5907088" y="3498850"/>
          <p14:tracePt t="72170" x="5830888" y="3492500"/>
          <p14:tracePt t="72178" x="5761038" y="3473450"/>
          <p14:tracePt t="72185" x="5683250" y="3467100"/>
          <p14:tracePt t="72192" x="5613400" y="3467100"/>
          <p14:tracePt t="72199" x="5556250" y="3467100"/>
          <p14:tracePt t="72206" x="5499100" y="3467100"/>
          <p14:tracePt t="72212" x="5454650" y="3473450"/>
          <p14:tracePt t="72221" x="5410200" y="3479800"/>
          <p14:tracePt t="72226" x="5378450" y="3492500"/>
          <p14:tracePt t="72547" x="5199063" y="3587750"/>
          <p14:tracePt t="72553" x="5014913" y="3690938"/>
          <p14:tracePt t="72561" x="4894263" y="3760788"/>
          <p14:tracePt t="72567" x="4797425" y="3811588"/>
          <p14:tracePt t="72577" x="4695825" y="3856038"/>
          <p14:tracePt t="72582" x="4625975" y="3894138"/>
          <p14:tracePt t="72588" x="4562475" y="3925888"/>
          <p14:tracePt t="72595" x="4511675" y="3951288"/>
          <p14:tracePt t="72602" x="4467225" y="3970338"/>
          <p14:tracePt t="72609" x="4429125" y="3976688"/>
          <p14:tracePt t="72618" x="4403725" y="3983038"/>
          <p14:tracePt t="72623" x="4384675" y="3983038"/>
          <p14:tracePt t="72632" x="4371975" y="3989388"/>
          <p14:tracePt t="72637" x="4365625" y="3989388"/>
          <p14:tracePt t="72644" x="4359275" y="3989388"/>
          <p14:tracePt t="72651" x="4352925" y="3989388"/>
          <p14:tracePt t="72665" x="4346575" y="3989388"/>
          <p14:tracePt t="72679" x="4338638" y="3989388"/>
          <p14:tracePt t="73509" x="4268788" y="4059238"/>
          <p14:tracePt t="73515" x="4160838" y="4187825"/>
          <p14:tracePt t="73522" x="4071938" y="4302125"/>
          <p14:tracePt t="73528" x="3976688" y="4410075"/>
          <p14:tracePt t="73536" x="3894138" y="4492625"/>
          <p14:tracePt t="73542" x="3822700" y="4583113"/>
          <p14:tracePt t="73551" x="3746500" y="4665663"/>
          <p14:tracePt t="73557" x="3689350" y="4741863"/>
          <p14:tracePt t="73566" x="3632200" y="4811713"/>
          <p14:tracePt t="73570" x="3581400" y="4875213"/>
          <p14:tracePt t="73578" x="3536950" y="4933950"/>
          <p14:tracePt t="73584" x="3505200" y="4972050"/>
          <p14:tracePt t="73591" x="3473450" y="5010150"/>
          <p14:tracePt t="73600" x="3448050" y="5041900"/>
          <p14:tracePt t="73605" x="3427413" y="5073650"/>
          <p14:tracePt t="73611" x="3414713" y="5099050"/>
          <p14:tracePt t="73619" x="3395663" y="5124450"/>
          <p14:tracePt t="74671" x="0" y="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274320" y="171450"/>
            <a:ext cx="1028700" cy="617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b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Chipsters</a:t>
            </a:r>
            <a:endParaRPr sz="1100"/>
          </a:p>
        </p:txBody>
      </p:sp>
      <p:sp>
        <p:nvSpPr>
          <p:cNvPr id="132" name="Google Shape;132;p15"/>
          <p:cNvSpPr txBox="1"/>
          <p:nvPr/>
        </p:nvSpPr>
        <p:spPr>
          <a:xfrm>
            <a:off x="1508760" y="240030"/>
            <a:ext cx="6035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1100"/>
          </a:p>
        </p:txBody>
      </p:sp>
      <p:pic>
        <p:nvPicPr>
          <p:cNvPr id="133" name="Google Shape;133;p15" descr="page_2_img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34890"/>
            <a:ext cx="9143771" cy="308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5"/>
          <p:cNvGrpSpPr/>
          <p:nvPr/>
        </p:nvGrpSpPr>
        <p:grpSpPr>
          <a:xfrm>
            <a:off x="428625" y="897263"/>
            <a:ext cx="4048200" cy="3829050"/>
            <a:chOff x="428625" y="781050"/>
            <a:chExt cx="4048200" cy="3829050"/>
          </a:xfrm>
        </p:grpSpPr>
        <p:sp>
          <p:nvSpPr>
            <p:cNvPr id="135" name="Google Shape;135;p15"/>
            <p:cNvSpPr/>
            <p:nvPr/>
          </p:nvSpPr>
          <p:spPr>
            <a:xfrm>
              <a:off x="428625" y="781050"/>
              <a:ext cx="4048200" cy="324000"/>
            </a:xfrm>
            <a:prstGeom prst="roundRect">
              <a:avLst>
                <a:gd name="adj" fmla="val 23529"/>
              </a:avLst>
            </a:prstGeom>
            <a:solidFill>
              <a:srgbClr val="0B62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428625" y="781050"/>
              <a:ext cx="40482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9525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📊 FEASIBILITY ANALYSIS: SILICON &amp; ECONOMICS</a:t>
              </a:r>
              <a:endParaRPr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" name="Google Shape;137;p15"/>
            <p:cNvGrpSpPr/>
            <p:nvPr/>
          </p:nvGrpSpPr>
          <p:grpSpPr>
            <a:xfrm>
              <a:off x="428625" y="1181100"/>
              <a:ext cx="4048200" cy="800100"/>
              <a:chOff x="0" y="0"/>
              <a:chExt cx="4048200" cy="800100"/>
            </a:xfrm>
          </p:grpSpPr>
          <p:sp>
            <p:nvSpPr>
              <p:cNvPr id="138" name="Google Shape;138;p15"/>
              <p:cNvSpPr/>
              <p:nvPr/>
            </p:nvSpPr>
            <p:spPr>
              <a:xfrm>
                <a:off x="0" y="0"/>
                <a:ext cx="4048200" cy="800100"/>
              </a:xfrm>
              <a:prstGeom prst="roundRect">
                <a:avLst>
                  <a:gd name="adj" fmla="val 9523"/>
                </a:avLst>
              </a:prstGeom>
              <a:solidFill>
                <a:srgbClr val="F8FAFC"/>
              </a:solidFill>
              <a:ln w="14300" cap="flat" cmpd="sng">
                <a:solidFill>
                  <a:srgbClr val="0B6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2905125" y="95250"/>
                <a:ext cx="10479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 txBox="1"/>
              <p:nvPr/>
            </p:nvSpPr>
            <p:spPr>
              <a:xfrm>
                <a:off x="2905125" y="95250"/>
                <a:ext cx="1047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 b="1">
                    <a:solidFill>
                      <a:srgbClr val="0369A1"/>
                    </a:solidFill>
                    <a:latin typeface="Arial"/>
                    <a:ea typeface="Arial"/>
                    <a:cs typeface="Arial"/>
                    <a:sym typeface="Arial"/>
                  </a:rPr>
                  <a:t>Xilinx + ForgeFPGA</a:t>
                </a:r>
                <a:endParaRPr sz="700" b="1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5"/>
              <p:cNvSpPr txBox="1"/>
              <p:nvPr/>
            </p:nvSpPr>
            <p:spPr>
              <a:xfrm>
                <a:off x="114300" y="76200"/>
                <a:ext cx="27147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Vendor-Agnostic Verilog RTL</a:t>
                </a:r>
                <a:endParaRPr sz="9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Identical synthesizable core Verilog runs on AMD Xilinx (6-LUT) and Renesas ForgeFPGA (5-LUT) architectures without redesign.</a:t>
                </a:r>
                <a:endParaRPr sz="7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" name="Google Shape;142;p15"/>
            <p:cNvGrpSpPr/>
            <p:nvPr/>
          </p:nvGrpSpPr>
          <p:grpSpPr>
            <a:xfrm>
              <a:off x="428625" y="2057400"/>
              <a:ext cx="4048200" cy="800100"/>
              <a:chOff x="0" y="0"/>
              <a:chExt cx="4048200" cy="800100"/>
            </a:xfrm>
          </p:grpSpPr>
          <p:sp>
            <p:nvSpPr>
              <p:cNvPr id="143" name="Google Shape;143;p15"/>
              <p:cNvSpPr/>
              <p:nvPr/>
            </p:nvSpPr>
            <p:spPr>
              <a:xfrm>
                <a:off x="0" y="0"/>
                <a:ext cx="4048200" cy="800100"/>
              </a:xfrm>
              <a:prstGeom prst="roundRect">
                <a:avLst>
                  <a:gd name="adj" fmla="val 9523"/>
                </a:avLst>
              </a:prstGeom>
              <a:solidFill>
                <a:srgbClr val="F8FAFC"/>
              </a:solidFill>
              <a:ln w="14300" cap="flat" cmpd="sng">
                <a:solidFill>
                  <a:srgbClr val="0B6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2905125" y="95250"/>
                <a:ext cx="10479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5"/>
              <p:cNvSpPr txBox="1"/>
              <p:nvPr/>
            </p:nvSpPr>
            <p:spPr>
              <a:xfrm>
                <a:off x="2905125" y="95250"/>
                <a:ext cx="1047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 b="1">
                    <a:solidFill>
                      <a:srgbClr val="15803D"/>
                    </a:solidFill>
                    <a:latin typeface="Arial"/>
                    <a:ea typeface="Arial"/>
                    <a:cs typeface="Arial"/>
                    <a:sym typeface="Arial"/>
                  </a:rPr>
                  <a:t>32.5% Utilization</a:t>
                </a:r>
                <a:endParaRPr sz="700" b="1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5"/>
              <p:cNvSpPr txBox="1"/>
              <p:nvPr/>
            </p:nvSpPr>
            <p:spPr>
              <a:xfrm>
                <a:off x="114300" y="76200"/>
                <a:ext cx="27147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Ultra-Low Silicon Footprint</a:t>
                </a:r>
                <a:endParaRPr sz="9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Synthesized on Renesas ForgeFPGA requiring only 364 / 1120 LUTs with</a:t>
                </a:r>
                <a:r>
                  <a:rPr lang="en-GB" sz="750">
                    <a:solidFill>
                      <a:srgbClr val="475569"/>
                    </a:solidFill>
                  </a:rPr>
                  <a:t> </a:t>
                </a:r>
                <a:r>
                  <a:rPr lang="en-GB" sz="75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0 Block RAM.</a:t>
                </a:r>
                <a:endParaRPr sz="7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" name="Google Shape;147;p15"/>
            <p:cNvGrpSpPr/>
            <p:nvPr/>
          </p:nvGrpSpPr>
          <p:grpSpPr>
            <a:xfrm>
              <a:off x="428625" y="2933700"/>
              <a:ext cx="4048200" cy="800100"/>
              <a:chOff x="0" y="0"/>
              <a:chExt cx="4048200" cy="800100"/>
            </a:xfrm>
          </p:grpSpPr>
          <p:sp>
            <p:nvSpPr>
              <p:cNvPr id="148" name="Google Shape;148;p15"/>
              <p:cNvSpPr/>
              <p:nvPr/>
            </p:nvSpPr>
            <p:spPr>
              <a:xfrm>
                <a:off x="0" y="0"/>
                <a:ext cx="4048200" cy="800100"/>
              </a:xfrm>
              <a:prstGeom prst="roundRect">
                <a:avLst>
                  <a:gd name="adj" fmla="val 9523"/>
                </a:avLst>
              </a:prstGeom>
              <a:solidFill>
                <a:srgbClr val="F8FAFC"/>
              </a:solidFill>
              <a:ln w="14300" cap="flat" cmpd="sng">
                <a:solidFill>
                  <a:srgbClr val="0B6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2905125" y="95250"/>
                <a:ext cx="10479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EF3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5"/>
              <p:cNvSpPr txBox="1"/>
              <p:nvPr/>
            </p:nvSpPr>
            <p:spPr>
              <a:xfrm>
                <a:off x="2905125" y="95250"/>
                <a:ext cx="1047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 b="1">
                    <a:solidFill>
                      <a:srgbClr val="B45309"/>
                    </a:solidFill>
                    <a:latin typeface="Arial"/>
                    <a:ea typeface="Arial"/>
                    <a:cs typeface="Arial"/>
                    <a:sym typeface="Arial"/>
                  </a:rPr>
                  <a:t>Planned</a:t>
                </a:r>
                <a:endParaRPr sz="700" b="1">
                  <a:solidFill>
                    <a:srgbClr val="B4530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5"/>
              <p:cNvSpPr txBox="1"/>
              <p:nvPr/>
            </p:nvSpPr>
            <p:spPr>
              <a:xfrm>
                <a:off x="114300" y="76200"/>
                <a:ext cx="27147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Future Sensors</a:t>
                </a:r>
                <a:endParaRPr sz="9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IMU for falls, activity and sleep; skin-temperature sensor; GPS module for SOS location.</a:t>
                </a:r>
                <a:endParaRPr sz="7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15"/>
            <p:cNvGrpSpPr/>
            <p:nvPr/>
          </p:nvGrpSpPr>
          <p:grpSpPr>
            <a:xfrm>
              <a:off x="428625" y="3810000"/>
              <a:ext cx="4048200" cy="800100"/>
              <a:chOff x="0" y="0"/>
              <a:chExt cx="4048200" cy="800100"/>
            </a:xfrm>
          </p:grpSpPr>
          <p:sp>
            <p:nvSpPr>
              <p:cNvPr id="153" name="Google Shape;153;p15"/>
              <p:cNvSpPr/>
              <p:nvPr/>
            </p:nvSpPr>
            <p:spPr>
              <a:xfrm>
                <a:off x="0" y="0"/>
                <a:ext cx="4048200" cy="800100"/>
              </a:xfrm>
              <a:prstGeom prst="roundRect">
                <a:avLst>
                  <a:gd name="adj" fmla="val 9523"/>
                </a:avLst>
              </a:prstGeom>
              <a:solidFill>
                <a:srgbClr val="F8FAFC"/>
              </a:solidFill>
              <a:ln w="14300" cap="flat" cmpd="sng">
                <a:solidFill>
                  <a:srgbClr val="0B6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2905125" y="95250"/>
                <a:ext cx="10479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3E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5"/>
              <p:cNvSpPr txBox="1"/>
              <p:nvPr/>
            </p:nvSpPr>
            <p:spPr>
              <a:xfrm>
                <a:off x="2905125" y="95250"/>
                <a:ext cx="1047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 b="1">
                    <a:solidFill>
                      <a:srgbClr val="6B21A8"/>
                    </a:solidFill>
                    <a:latin typeface="Arial"/>
                    <a:ea typeface="Arial"/>
                    <a:cs typeface="Arial"/>
                    <a:sym typeface="Arial"/>
                  </a:rPr>
                  <a:t>Zero Cloud Fees</a:t>
                </a:r>
                <a:endParaRPr sz="700" b="1">
                  <a:solidFill>
                    <a:srgbClr val="6B21A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5"/>
              <p:cNvSpPr txBox="1"/>
              <p:nvPr/>
            </p:nvSpPr>
            <p:spPr>
              <a:xfrm>
                <a:off x="114300" y="76200"/>
                <a:ext cx="27147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Economic Viability (&lt; $15 / ~₹1,250 Bulk BOM)</a:t>
                </a:r>
                <a:endParaRPr sz="9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12-component commodity bill of materials (ForgeFPGA + ESP32-S3 + 3 sensors + OLED). Zero recurring subscription.</a:t>
                </a:r>
                <a:endParaRPr sz="7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7" name="Google Shape;157;p15"/>
          <p:cNvGrpSpPr/>
          <p:nvPr/>
        </p:nvGrpSpPr>
        <p:grpSpPr>
          <a:xfrm>
            <a:off x="4646100" y="916175"/>
            <a:ext cx="4048200" cy="3810150"/>
            <a:chOff x="4667250" y="781050"/>
            <a:chExt cx="4048200" cy="3810150"/>
          </a:xfrm>
        </p:grpSpPr>
        <p:sp>
          <p:nvSpPr>
            <p:cNvPr id="158" name="Google Shape;158;p15"/>
            <p:cNvSpPr/>
            <p:nvPr/>
          </p:nvSpPr>
          <p:spPr>
            <a:xfrm>
              <a:off x="4667250" y="781050"/>
              <a:ext cx="4048200" cy="324000"/>
            </a:xfrm>
            <a:prstGeom prst="roundRect">
              <a:avLst>
                <a:gd name="adj" fmla="val 23529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4667250" y="781050"/>
              <a:ext cx="40482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9525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🛡️ RISKS &amp; MITIGATION STRATEGIES</a:t>
              </a:r>
              <a:endParaRPr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" name="Google Shape;160;p15"/>
            <p:cNvGrpSpPr/>
            <p:nvPr/>
          </p:nvGrpSpPr>
          <p:grpSpPr>
            <a:xfrm>
              <a:off x="4667250" y="1181100"/>
              <a:ext cx="4048200" cy="628800"/>
              <a:chOff x="0" y="0"/>
              <a:chExt cx="4048200" cy="628800"/>
            </a:xfrm>
          </p:grpSpPr>
          <p:sp>
            <p:nvSpPr>
              <p:cNvPr id="161" name="Google Shape;161;p15"/>
              <p:cNvSpPr/>
              <p:nvPr/>
            </p:nvSpPr>
            <p:spPr>
              <a:xfrm>
                <a:off x="0" y="0"/>
                <a:ext cx="4048200" cy="628800"/>
              </a:xfrm>
              <a:prstGeom prst="roundRect">
                <a:avLst>
                  <a:gd name="adj" fmla="val 12121"/>
                </a:avLst>
              </a:prstGeom>
              <a:solidFill>
                <a:srgbClr val="F8FAFC"/>
              </a:solidFill>
              <a:ln w="14300" cap="flat" cmpd="sng">
                <a:solidFill>
                  <a:srgbClr val="1E3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95250" y="76200"/>
                <a:ext cx="1333500" cy="171600"/>
              </a:xfrm>
              <a:prstGeom prst="roundRect">
                <a:avLst>
                  <a:gd name="adj" fmla="val 22222"/>
                </a:avLst>
              </a:prstGeom>
              <a:solidFill>
                <a:srgbClr val="DBEA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5"/>
              <p:cNvSpPr txBox="1"/>
              <p:nvPr/>
            </p:nvSpPr>
            <p:spPr>
              <a:xfrm>
                <a:off x="95250" y="76200"/>
                <a:ext cx="1333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rPr>
                  <a:t>Motion &amp; Optical Noise</a:t>
                </a:r>
                <a:endParaRPr sz="65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5"/>
              <p:cNvSpPr txBox="1"/>
              <p:nvPr/>
            </p:nvSpPr>
            <p:spPr>
              <a:xfrm>
                <a:off x="1504950" y="38100"/>
                <a:ext cx="2448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Mitigation:</a:t>
                </a:r>
                <a:r>
                  <a:rPr lang="en-GB" sz="750" b="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8-tap running-sum filter on FPGA + Karlen SQI algorithm to discard motion-corrupted pulses.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15"/>
            <p:cNvGrpSpPr/>
            <p:nvPr/>
          </p:nvGrpSpPr>
          <p:grpSpPr>
            <a:xfrm>
              <a:off x="4667250" y="1876425"/>
              <a:ext cx="4048200" cy="628800"/>
              <a:chOff x="0" y="0"/>
              <a:chExt cx="4048200" cy="628800"/>
            </a:xfrm>
          </p:grpSpPr>
          <p:sp>
            <p:nvSpPr>
              <p:cNvPr id="166" name="Google Shape;166;p15"/>
              <p:cNvSpPr/>
              <p:nvPr/>
            </p:nvSpPr>
            <p:spPr>
              <a:xfrm>
                <a:off x="0" y="0"/>
                <a:ext cx="4048200" cy="628800"/>
              </a:xfrm>
              <a:prstGeom prst="roundRect">
                <a:avLst>
                  <a:gd name="adj" fmla="val 12121"/>
                </a:avLst>
              </a:prstGeom>
              <a:solidFill>
                <a:srgbClr val="F8FAFC"/>
              </a:solidFill>
              <a:ln w="14300" cap="flat" cmpd="sng">
                <a:solidFill>
                  <a:srgbClr val="1E3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95250" y="76200"/>
                <a:ext cx="1333500" cy="171600"/>
              </a:xfrm>
              <a:prstGeom prst="roundRect">
                <a:avLst>
                  <a:gd name="adj" fmla="val 22222"/>
                </a:avLst>
              </a:prstGeom>
              <a:solidFill>
                <a:srgbClr val="DBEA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/>
              <p:cNvSpPr txBox="1"/>
              <p:nvPr/>
            </p:nvSpPr>
            <p:spPr>
              <a:xfrm>
                <a:off x="95250" y="76200"/>
                <a:ext cx="1333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rPr>
                  <a:t>Micro-FPGA Logic Limits</a:t>
                </a:r>
                <a:endParaRPr sz="65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5"/>
              <p:cNvSpPr txBox="1"/>
              <p:nvPr/>
            </p:nvSpPr>
            <p:spPr>
              <a:xfrm>
                <a:off x="1504950" y="38100"/>
                <a:ext cx="2448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Mitigation:</a:t>
                </a:r>
                <a:r>
                  <a:rPr lang="en-GB" sz="750" b="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Pure-logic O(1) bit-shift division (&gt;&gt; 3), requiring 0 DSP multipliers and 0 BRAM on ultra-low-cost FPGAs.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15"/>
            <p:cNvGrpSpPr/>
            <p:nvPr/>
          </p:nvGrpSpPr>
          <p:grpSpPr>
            <a:xfrm>
              <a:off x="4667250" y="2571750"/>
              <a:ext cx="4048200" cy="628800"/>
              <a:chOff x="0" y="0"/>
              <a:chExt cx="4048200" cy="628800"/>
            </a:xfrm>
          </p:grpSpPr>
          <p:sp>
            <p:nvSpPr>
              <p:cNvPr id="171" name="Google Shape;171;p15"/>
              <p:cNvSpPr/>
              <p:nvPr/>
            </p:nvSpPr>
            <p:spPr>
              <a:xfrm>
                <a:off x="0" y="0"/>
                <a:ext cx="4048200" cy="628800"/>
              </a:xfrm>
              <a:prstGeom prst="roundRect">
                <a:avLst>
                  <a:gd name="adj" fmla="val 12121"/>
                </a:avLst>
              </a:prstGeom>
              <a:solidFill>
                <a:srgbClr val="F8FAFC"/>
              </a:solidFill>
              <a:ln w="14300" cap="flat" cmpd="sng">
                <a:solidFill>
                  <a:srgbClr val="1E3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95250" y="76200"/>
                <a:ext cx="1333500" cy="171600"/>
              </a:xfrm>
              <a:prstGeom prst="roundRect">
                <a:avLst>
                  <a:gd name="adj" fmla="val 22222"/>
                </a:avLst>
              </a:prstGeom>
              <a:solidFill>
                <a:srgbClr val="DBEA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 txBox="1"/>
              <p:nvPr/>
            </p:nvSpPr>
            <p:spPr>
              <a:xfrm>
                <a:off x="95250" y="76200"/>
                <a:ext cx="1333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rPr>
                  <a:t>Grid &amp; Cellular Blackouts</a:t>
                </a:r>
                <a:endParaRPr sz="65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5"/>
              <p:cNvSpPr txBox="1"/>
              <p:nvPr/>
            </p:nvSpPr>
            <p:spPr>
              <a:xfrm>
                <a:off x="1504950" y="38100"/>
                <a:ext cx="2448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Mitigation:</a:t>
                </a:r>
                <a:r>
                  <a:rPr lang="en-GB" sz="750" b="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100% on-device offline TinyML (619 bytes INT8 weights) and local SoftAP web status server.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" name="Google Shape;175;p15"/>
            <p:cNvGrpSpPr/>
            <p:nvPr/>
          </p:nvGrpSpPr>
          <p:grpSpPr>
            <a:xfrm>
              <a:off x="4667250" y="3267075"/>
              <a:ext cx="4048200" cy="628800"/>
              <a:chOff x="0" y="0"/>
              <a:chExt cx="4048200" cy="628800"/>
            </a:xfrm>
          </p:grpSpPr>
          <p:sp>
            <p:nvSpPr>
              <p:cNvPr id="176" name="Google Shape;176;p15"/>
              <p:cNvSpPr/>
              <p:nvPr/>
            </p:nvSpPr>
            <p:spPr>
              <a:xfrm>
                <a:off x="0" y="0"/>
                <a:ext cx="4048200" cy="628800"/>
              </a:xfrm>
              <a:prstGeom prst="roundRect">
                <a:avLst>
                  <a:gd name="adj" fmla="val 12121"/>
                </a:avLst>
              </a:prstGeom>
              <a:solidFill>
                <a:srgbClr val="F8FAFC"/>
              </a:solidFill>
              <a:ln w="14300" cap="flat" cmpd="sng">
                <a:solidFill>
                  <a:srgbClr val="1E3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95250" y="76200"/>
                <a:ext cx="1333500" cy="171600"/>
              </a:xfrm>
              <a:prstGeom prst="roundRect">
                <a:avLst>
                  <a:gd name="adj" fmla="val 22222"/>
                </a:avLst>
              </a:prstGeom>
              <a:solidFill>
                <a:srgbClr val="DBEA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5"/>
              <p:cNvSpPr txBox="1"/>
              <p:nvPr/>
            </p:nvSpPr>
            <p:spPr>
              <a:xfrm>
                <a:off x="95250" y="76200"/>
                <a:ext cx="1333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rPr>
                  <a:t>Clinical Accuracy</a:t>
                </a:r>
                <a:endParaRPr sz="65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5"/>
              <p:cNvSpPr txBox="1"/>
              <p:nvPr/>
            </p:nvSpPr>
            <p:spPr>
              <a:xfrm>
                <a:off x="1504950" y="38100"/>
                <a:ext cx="2448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Mitigation:</a:t>
                </a:r>
                <a:r>
                  <a:rPr lang="en-GB" sz="750" b="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Vital-sign triage evaluated offline on 16,387 MIMIC-III ICU records (94.11% accuracy). ICU-grade data; wrist-worn field validation is the next step.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5"/>
            <p:cNvGrpSpPr/>
            <p:nvPr/>
          </p:nvGrpSpPr>
          <p:grpSpPr>
            <a:xfrm>
              <a:off x="4667250" y="3962400"/>
              <a:ext cx="4048200" cy="628800"/>
              <a:chOff x="0" y="0"/>
              <a:chExt cx="4048200" cy="628800"/>
            </a:xfrm>
          </p:grpSpPr>
          <p:sp>
            <p:nvSpPr>
              <p:cNvPr id="181" name="Google Shape;181;p15"/>
              <p:cNvSpPr/>
              <p:nvPr/>
            </p:nvSpPr>
            <p:spPr>
              <a:xfrm>
                <a:off x="0" y="0"/>
                <a:ext cx="4048200" cy="628800"/>
              </a:xfrm>
              <a:prstGeom prst="roundRect">
                <a:avLst>
                  <a:gd name="adj" fmla="val 12121"/>
                </a:avLst>
              </a:prstGeom>
              <a:solidFill>
                <a:srgbClr val="F8FAFC"/>
              </a:solidFill>
              <a:ln w="14300" cap="flat" cmpd="sng">
                <a:solidFill>
                  <a:srgbClr val="1E3A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95250" y="76200"/>
                <a:ext cx="1333500" cy="171600"/>
              </a:xfrm>
              <a:prstGeom prst="roundRect">
                <a:avLst>
                  <a:gd name="adj" fmla="val 22222"/>
                </a:avLst>
              </a:prstGeom>
              <a:solidFill>
                <a:srgbClr val="DBEA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5"/>
              <p:cNvSpPr txBox="1"/>
              <p:nvPr/>
            </p:nvSpPr>
            <p:spPr>
              <a:xfrm>
                <a:off x="95250" y="76200"/>
                <a:ext cx="1333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rPr>
                  <a:t>Future Features</a:t>
                </a:r>
                <a:endParaRPr sz="65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5"/>
              <p:cNvSpPr txBox="1"/>
              <p:nvPr/>
            </p:nvSpPr>
            <p:spPr>
              <a:xfrm>
                <a:off x="1504950" y="38100"/>
                <a:ext cx="2448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Roadmap:</a:t>
                </a:r>
                <a:r>
                  <a:rPr lang="en-GB" sz="750" b="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Fall detection, activity &amp; sleep tracking, caregiver SOS with GPS location; Snapdragon Wear W5+ Gen 1 port.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85" name="Google Shape;1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850" y="30938"/>
            <a:ext cx="1894000" cy="8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668"/>
    </mc:Choice>
    <mc:Fallback>
      <p:transition spd="slow" advTm="5166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274320" y="171450"/>
            <a:ext cx="1028700" cy="617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b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Chipsters</a:t>
            </a:r>
            <a:endParaRPr sz="1100"/>
          </a:p>
        </p:txBody>
      </p:sp>
      <p:sp>
        <p:nvSpPr>
          <p:cNvPr id="191" name="Google Shape;191;p16"/>
          <p:cNvSpPr txBox="1"/>
          <p:nvPr/>
        </p:nvSpPr>
        <p:spPr>
          <a:xfrm>
            <a:off x="1508760" y="171450"/>
            <a:ext cx="60351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IMPACT AND BENEFITS</a:t>
            </a:r>
            <a:endParaRPr sz="22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92" name="Google Shape;192;p16" descr="page_2_img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34890"/>
            <a:ext cx="9143771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/>
          <p:nvPr/>
        </p:nvSpPr>
        <p:spPr>
          <a:xfrm>
            <a:off x="685800" y="4869180"/>
            <a:ext cx="77721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94" name="Google Shape;194;p16"/>
          <p:cNvSpPr/>
          <p:nvPr/>
        </p:nvSpPr>
        <p:spPr>
          <a:xfrm>
            <a:off x="428625" y="841950"/>
            <a:ext cx="1943100" cy="876300"/>
          </a:xfrm>
          <a:prstGeom prst="roundRect">
            <a:avLst>
              <a:gd name="adj" fmla="val 13043"/>
            </a:avLst>
          </a:prstGeom>
          <a:solidFill>
            <a:srgbClr val="F0F6FF"/>
          </a:solidFill>
          <a:ln w="143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23725" y="960750"/>
            <a:ext cx="1848000" cy="6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50 MHz</a:t>
            </a:r>
            <a:endParaRPr sz="2200" b="0">
              <a:solidFill>
                <a:srgbClr val="1D4ED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cycle-accurate FPGA</a:t>
            </a:r>
            <a:b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pipeline (20 ns clock)</a:t>
            </a:r>
            <a:endParaRPr sz="850" b="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2543175" y="841950"/>
            <a:ext cx="1943100" cy="876300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 w="143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2638275" y="960750"/>
            <a:ext cx="1848000" cy="6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>
                <a:solidFill>
                  <a:srgbClr val="DC262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94.11%</a:t>
            </a:r>
            <a:endParaRPr sz="2200" b="0">
              <a:solidFill>
                <a:srgbClr val="DC262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vital-sign triage accuracy,</a:t>
            </a:r>
            <a:b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16,387 MIMIC-III records</a:t>
            </a:r>
            <a:endParaRPr sz="850" b="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4657725" y="841950"/>
            <a:ext cx="1943100" cy="876300"/>
          </a:xfrm>
          <a:prstGeom prst="roundRect">
            <a:avLst>
              <a:gd name="adj" fmla="val 13043"/>
            </a:avLst>
          </a:prstGeom>
          <a:solidFill>
            <a:srgbClr val="F0FDFA"/>
          </a:solidFill>
          <a:ln w="143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4705275" y="960750"/>
            <a:ext cx="1848000" cy="6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619 B</a:t>
            </a:r>
            <a:endParaRPr sz="2200" b="0">
              <a:solidFill>
                <a:srgbClr val="0D948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offline INT8 network</a:t>
            </a:r>
            <a:b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(6 → 24 → 16 → 3)</a:t>
            </a:r>
            <a:endParaRPr sz="850" b="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6772275" y="841950"/>
            <a:ext cx="1943100" cy="87630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143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819750" y="960738"/>
            <a:ext cx="1848000" cy="6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12</a:t>
            </a:r>
            <a:endParaRPr sz="2200" b="0">
              <a:solidFill>
                <a:srgbClr val="15803D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components in the</a:t>
            </a:r>
            <a:b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GB" sz="85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entire wearable BOM</a:t>
            </a:r>
            <a:endParaRPr sz="850" b="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428625" y="1771650"/>
            <a:ext cx="2628900" cy="2190900"/>
          </a:xfrm>
          <a:prstGeom prst="roundRect">
            <a:avLst>
              <a:gd name="adj" fmla="val 6086"/>
            </a:avLst>
          </a:prstGeom>
          <a:solidFill>
            <a:srgbClr val="FFF7ED"/>
          </a:solidFill>
          <a:ln w="14300" cap="flat" cmpd="sng">
            <a:solidFill>
              <a:srgbClr val="FDBA7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428625" y="1771650"/>
            <a:ext cx="2628900" cy="30480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SOCIAL IMPACT</a:t>
            </a:r>
            <a:endParaRPr sz="9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542925" y="2110000"/>
            <a:ext cx="2400300" cy="110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• Offline Triage</a:t>
            </a:r>
            <a:endParaRPr sz="900" b="1">
              <a:solidFill>
                <a:srgbClr val="9A341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Operates reliably during severe cellular network and power grid blackouts.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• Complete Privacy</a:t>
            </a:r>
            <a:endParaRPr sz="900" b="1">
              <a:solidFill>
                <a:srgbClr val="9A341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Sensitive health vitals never leave device; zero cloud dependence &amp; no smartphone required.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• Early Warning &amp; SOS</a:t>
            </a:r>
            <a:endParaRPr sz="900" b="1">
              <a:solidFill>
                <a:srgbClr val="9A341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Heat-stress, air-quality and vitals alerts for vulnerable groups, plus SOS.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3257550" y="1771650"/>
            <a:ext cx="2628900" cy="2190900"/>
          </a:xfrm>
          <a:prstGeom prst="roundRect">
            <a:avLst>
              <a:gd name="adj" fmla="val 6086"/>
            </a:avLst>
          </a:prstGeom>
          <a:solidFill>
            <a:srgbClr val="EFF6FF"/>
          </a:solidFill>
          <a:ln w="143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3257550" y="1771650"/>
            <a:ext cx="2628900" cy="304800"/>
          </a:xfrm>
          <a:prstGeom prst="rect">
            <a:avLst/>
          </a:prstGeom>
          <a:solidFill>
            <a:srgbClr val="0B62A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ECONOMIC VIABILITY</a:t>
            </a:r>
            <a:endParaRPr sz="9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3371850" y="2110000"/>
            <a:ext cx="2400300" cy="110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• Low-Cost Hardware</a:t>
            </a:r>
            <a:endParaRPr sz="900" b="1">
              <a:solidFill>
                <a:srgbClr val="1E40A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Built using 12 off-the-shelf components. Bulk BOM &lt; $15 (~₹1,250) | Fully assembled &lt; ₹2,500.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• Zero Overhead</a:t>
            </a:r>
            <a:endParaRPr sz="900" b="1">
              <a:solidFill>
                <a:srgbClr val="1E40A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cloud server fees, no mobile data plans, and zero recurring subscription costs.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• Scalable Deployment</a:t>
            </a:r>
            <a:endParaRPr sz="900" b="1">
              <a:solidFill>
                <a:srgbClr val="1E40A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edge-AI pipeline for individuals, providers and disaster agencies.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6086475" y="1771650"/>
            <a:ext cx="2628900" cy="2190900"/>
          </a:xfrm>
          <a:prstGeom prst="roundRect">
            <a:avLst>
              <a:gd name="adj" fmla="val 6086"/>
            </a:avLst>
          </a:prstGeom>
          <a:solidFill>
            <a:srgbClr val="F0FDF4"/>
          </a:solidFill>
          <a:ln w="143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086475" y="1771650"/>
            <a:ext cx="2628900" cy="304800"/>
          </a:xfrm>
          <a:prstGeom prst="rect">
            <a:avLst/>
          </a:prstGeom>
          <a:solidFill>
            <a:srgbClr val="15803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ENVIRONMENTAL SUSTAINABILITY</a:t>
            </a:r>
            <a:endParaRPr sz="9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6200775" y="2110000"/>
            <a:ext cx="2400300" cy="110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• Zero-Cloud Footprint</a:t>
            </a:r>
            <a:endParaRPr sz="900" b="1">
              <a:solidFill>
                <a:srgbClr val="16653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Triage runs on the wrist, so it needs no data-center processing or network bandwidth.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• Pure Logic FPGA</a:t>
            </a:r>
            <a:endParaRPr sz="900" b="1">
              <a:solidFill>
                <a:srgbClr val="16653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Uses 0 DSP blocks and 0 BRAM, keeping the FPGA footprint and power draw low.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• Disaster-Specific Alerts</a:t>
            </a:r>
            <a:endParaRPr sz="900" b="1">
              <a:solidFill>
                <a:srgbClr val="16653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5250" marR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Heat, pollution and flood risk scores, plus cyclone warning from pressure trend.</a:t>
            </a:r>
            <a:endParaRPr sz="8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428625" y="4095750"/>
            <a:ext cx="8286900" cy="514500"/>
          </a:xfrm>
          <a:prstGeom prst="roundRect">
            <a:avLst>
              <a:gd name="adj" fmla="val 18518"/>
            </a:avLst>
          </a:prstGeom>
          <a:solidFill>
            <a:srgbClr val="0F172A"/>
          </a:solidFill>
          <a:ln w="143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90500" tIns="0" rIns="1905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🇮🇳 Tailored for Indian Disasters: </a:t>
            </a:r>
            <a:r>
              <a:rPr lang="en-GB" sz="950" b="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Protects </a:t>
            </a:r>
            <a:r>
              <a:rPr lang="en-GB" sz="950" b="1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380M+ outdoor workers</a:t>
            </a:r>
            <a:r>
              <a:rPr lang="en-GB" sz="950" b="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95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GB" sz="950" b="1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elderly and rural citizens</a:t>
            </a:r>
            <a:r>
              <a:rPr lang="en-GB" sz="95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950" b="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across North India heatwaves </a:t>
            </a:r>
            <a:r>
              <a:rPr lang="en-GB" sz="950" b="1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(48°C)</a:t>
            </a:r>
            <a:r>
              <a:rPr lang="en-GB" sz="95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• </a:t>
            </a:r>
            <a:r>
              <a:rPr lang="en-GB" sz="950" b="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Toxic smog </a:t>
            </a:r>
            <a:r>
              <a:rPr lang="en-GB" sz="950" b="1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(AQI 400–500+)</a:t>
            </a:r>
            <a:r>
              <a:rPr lang="en-GB" sz="95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• </a:t>
            </a:r>
            <a:r>
              <a:rPr lang="en-GB" sz="950" b="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Monsoon flash floods &amp; blackouts</a:t>
            </a:r>
            <a:endParaRPr sz="950" b="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12" name="Google Shape;2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025" y="-33225"/>
            <a:ext cx="1894000" cy="8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173"/>
    </mc:Choice>
    <mc:Fallback>
      <p:transition spd="slow" advTm="3217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/>
          <p:nvPr/>
        </p:nvSpPr>
        <p:spPr>
          <a:xfrm>
            <a:off x="274320" y="171450"/>
            <a:ext cx="1028700" cy="617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b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Chipsters</a:t>
            </a:r>
            <a:endParaRPr sz="1100"/>
          </a:p>
        </p:txBody>
      </p:sp>
      <p:sp>
        <p:nvSpPr>
          <p:cNvPr id="218" name="Google Shape;218;p17"/>
          <p:cNvSpPr txBox="1"/>
          <p:nvPr/>
        </p:nvSpPr>
        <p:spPr>
          <a:xfrm>
            <a:off x="1508760" y="240030"/>
            <a:ext cx="6035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 sz="1100"/>
          </a:p>
        </p:txBody>
      </p:sp>
      <p:pic>
        <p:nvPicPr>
          <p:cNvPr id="219" name="Google Shape;219;p17" descr="page_2_img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34890"/>
            <a:ext cx="9143771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 txBox="1"/>
          <p:nvPr/>
        </p:nvSpPr>
        <p:spPr>
          <a:xfrm>
            <a:off x="685800" y="4869180"/>
            <a:ext cx="77721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21" name="Google Shape;221;p17"/>
          <p:cNvSpPr/>
          <p:nvPr/>
        </p:nvSpPr>
        <p:spPr>
          <a:xfrm>
            <a:off x="548640" y="891540"/>
            <a:ext cx="3840600" cy="274200"/>
          </a:xfrm>
          <a:prstGeom prst="roundRect">
            <a:avLst>
              <a:gd name="adj" fmla="val 16667"/>
            </a:avLst>
          </a:prstGeom>
          <a:solidFill>
            <a:srgbClr val="142D55"/>
          </a:solidFill>
          <a:ln w="9525" cap="flat" cmpd="sng">
            <a:solidFill>
              <a:srgbClr val="142D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🔬 </a:t>
            </a:r>
            <a:r>
              <a:rPr lang="en-GB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PROTOTYPE TO FUTURE IDEA OF VALOR WATCH USING SNAPDRAGON SOC</a:t>
            </a:r>
            <a:endParaRPr sz="1100"/>
          </a:p>
        </p:txBody>
      </p:sp>
      <p:sp>
        <p:nvSpPr>
          <p:cNvPr id="222" name="Google Shape;222;p17"/>
          <p:cNvSpPr/>
          <p:nvPr/>
        </p:nvSpPr>
        <p:spPr>
          <a:xfrm>
            <a:off x="548640" y="1234440"/>
            <a:ext cx="3840600" cy="14745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7" descr="sih_hero_render.jpg"/>
          <p:cNvPicPr preferRelativeResize="0"/>
          <p:nvPr/>
        </p:nvPicPr>
        <p:blipFill rotWithShape="1">
          <a:blip r:embed="rId4">
            <a:alphaModFix/>
          </a:blip>
          <a:srcRect l="10981" r="10973"/>
          <a:stretch/>
        </p:blipFill>
        <p:spPr>
          <a:xfrm>
            <a:off x="2667000" y="1409700"/>
            <a:ext cx="1571700" cy="11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7"/>
          <p:cNvPicPr preferRelativeResize="0"/>
          <p:nvPr/>
        </p:nvPicPr>
        <p:blipFill rotWithShape="1">
          <a:blip r:embed="rId5">
            <a:alphaModFix/>
          </a:blip>
          <a:srcRect l="5924" r="5924"/>
          <a:stretch/>
        </p:blipFill>
        <p:spPr>
          <a:xfrm>
            <a:off x="647700" y="1409700"/>
            <a:ext cx="1476300" cy="1124100"/>
          </a:xfrm>
          <a:prstGeom prst="roundRect">
            <a:avLst>
              <a:gd name="adj" fmla="val 6779"/>
            </a:avLst>
          </a:prstGeom>
          <a:noFill/>
          <a:ln>
            <a:noFill/>
          </a:ln>
        </p:spPr>
      </p:pic>
      <p:sp>
        <p:nvSpPr>
          <p:cNvPr id="225" name="Google Shape;225;p17"/>
          <p:cNvSpPr/>
          <p:nvPr/>
        </p:nvSpPr>
        <p:spPr>
          <a:xfrm>
            <a:off x="548650" y="2777502"/>
            <a:ext cx="3840600" cy="17817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" name="Google Shape;229;p17"/>
          <p:cNvGrpSpPr/>
          <p:nvPr/>
        </p:nvGrpSpPr>
        <p:grpSpPr>
          <a:xfrm>
            <a:off x="647700" y="2552700"/>
            <a:ext cx="3591000" cy="133500"/>
            <a:chOff x="99060" y="0"/>
            <a:chExt cx="3591000" cy="133500"/>
          </a:xfrm>
        </p:grpSpPr>
        <p:sp>
          <p:nvSpPr>
            <p:cNvPr id="230" name="Google Shape;230;p17"/>
            <p:cNvSpPr txBox="1"/>
            <p:nvPr/>
          </p:nvSpPr>
          <p:spPr>
            <a:xfrm>
              <a:off x="99060" y="0"/>
              <a:ext cx="14763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 b="1">
                  <a:solidFill>
                    <a:srgbClr val="142D55"/>
                  </a:solidFill>
                  <a:latin typeface="Calibri"/>
                  <a:ea typeface="Calibri"/>
                  <a:cs typeface="Calibri"/>
                  <a:sym typeface="Calibri"/>
                </a:rPr>
                <a:t>PHYSICAL PROTOTYPE</a:t>
              </a:r>
              <a:endParaRPr sz="650" b="1">
                <a:solidFill>
                  <a:srgbClr val="142D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2118360" y="0"/>
              <a:ext cx="15717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 b="1">
                  <a:solidFill>
                    <a:srgbClr val="0072CE"/>
                  </a:solidFill>
                  <a:latin typeface="Calibri"/>
                  <a:ea typeface="Calibri"/>
                  <a:cs typeface="Calibri"/>
                  <a:sym typeface="Calibri"/>
                </a:rPr>
                <a:t>TARGET WATCH FORM FACTOR</a:t>
              </a:r>
              <a:endParaRPr sz="650" b="1">
                <a:solidFill>
                  <a:srgbClr val="0072C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2" name="Google Shape;232;p17" descr="valor_dashboard_heatwav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699" y="2947388"/>
            <a:ext cx="2036074" cy="150819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/>
        </p:nvSpPr>
        <p:spPr>
          <a:xfrm>
            <a:off x="2760300" y="3006200"/>
            <a:ext cx="16290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142D55"/>
                </a:solidFill>
                <a:latin typeface="Calibri"/>
                <a:ea typeface="Calibri"/>
                <a:cs typeface="Calibri"/>
                <a:sym typeface="Calibri"/>
              </a:rPr>
              <a:t>Live 60 FPS Disaster Dashboard</a:t>
            </a:r>
            <a:endParaRPr sz="1000" b="1" i="0" u="none" strike="noStrike" cap="none">
              <a:solidFill>
                <a:srgbClr val="142D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42D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100% Offline SPIFFS Web Server</a:t>
            </a:r>
            <a:endParaRPr sz="1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Real-time optical systolic trace</a:t>
            </a:r>
            <a:endParaRPr sz="1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RSA breathing wave extraction</a:t>
            </a:r>
            <a:endParaRPr sz="1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Live mNEWS2 &amp; multi-hazard radar</a:t>
            </a:r>
            <a:endParaRPr sz="1300"/>
          </a:p>
        </p:txBody>
      </p:sp>
      <p:sp>
        <p:nvSpPr>
          <p:cNvPr id="234" name="Google Shape;234;p17"/>
          <p:cNvSpPr/>
          <p:nvPr/>
        </p:nvSpPr>
        <p:spPr>
          <a:xfrm>
            <a:off x="4560570" y="891540"/>
            <a:ext cx="4011900" cy="274200"/>
          </a:xfrm>
          <a:prstGeom prst="roundRect">
            <a:avLst>
              <a:gd name="adj" fmla="val 16667"/>
            </a:avLst>
          </a:prstGeom>
          <a:solidFill>
            <a:srgbClr val="142D55"/>
          </a:solidFill>
          <a:ln w="9525" cap="flat" cmpd="sng">
            <a:solidFill>
              <a:srgbClr val="142D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PEER-REVIEWED CLINICAL &amp; ENGINEERING REFERENCES</a:t>
            </a:r>
            <a:endParaRPr sz="1100"/>
          </a:p>
        </p:txBody>
      </p:sp>
      <p:graphicFrame>
        <p:nvGraphicFramePr>
          <p:cNvPr id="235" name="Google Shape;235;p17"/>
          <p:cNvGraphicFramePr/>
          <p:nvPr/>
        </p:nvGraphicFramePr>
        <p:xfrm>
          <a:off x="4560570" y="1234440"/>
          <a:ext cx="4011900" cy="3051750"/>
        </p:xfrm>
        <a:graphic>
          <a:graphicData uri="http://schemas.openxmlformats.org/drawingml/2006/table">
            <a:tbl>
              <a:tblPr firstRow="1" bandRow="1">
                <a:noFill/>
                <a:tableStyleId>{736DA802-2E7C-492D-8008-5AF49AE02074}</a:tableStyleId>
              </a:tblPr>
              <a:tblGrid>
                <a:gridCol w="267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FFFFFF"/>
                          </a:solidFill>
                        </a:rPr>
                        <a:t>CLINICAL / TECHNICAL STANDARD (PEER-REVIEWED)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FFFFFF"/>
                          </a:solidFill>
                        </a:rPr>
                        <a:t>IMPLEMENTED IN WHICH OF OUR CODE FILES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007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Royal College of Physicians (2017) NEWS2 Acute Severity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clinical_vitals_engine.c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Charlton PH et al. (IEEE 2018) EDR Breathing Rate from PPG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ppg_respiratory_rate.c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Karlen W et al. (Physiol Meas 2012) Signal Quality Index (SQI)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ppg_sqi.c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Moran DS et al. (Am J Physiol 1998) Physiological Strain (PSI)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disaster_risk_engine.c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Brook RD et al. / AHA (Circulation 2010) PM2.5 Cardiac Stress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disaster_risk_engine.c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Johnson AEW et al. (MIMIC-III 2016) 16,387 ICU Records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data/mimic/ (Host Evaluator)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Si M et al. (Atmos Meas Tech 2019) ML Particulate Calibrator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pm25_calibration_int8.c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Steadman RG (J Appl Meteorol 1979) Sultriness &amp; Heat Index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disaster_risk_engine.c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0" u="none" strike="noStrike" cap="none">
                          <a:solidFill>
                            <a:srgbClr val="1E293B"/>
                          </a:solidFill>
                        </a:rPr>
                        <a:t> SPI Mode 0 Protocol Specification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 b="1" u="none" strike="noStrike" cap="none">
                          <a:solidFill>
                            <a:srgbClr val="0072CE"/>
                          </a:solidFill>
                        </a:rPr>
                        <a:t>forgefpga_ppg_top.v</a:t>
                      </a:r>
                      <a:endParaRPr sz="1100"/>
                    </a:p>
                  </a:txBody>
                  <a:tcPr marL="68600" marR="68600" marT="34300" marB="3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36" name="Google Shape;23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04675" y="30875"/>
            <a:ext cx="1894000" cy="89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5215BCA-73D2-08F8-C71E-80D20DC9B99B}"/>
              </a:ext>
            </a:extLst>
          </p:cNvPr>
          <p:cNvCxnSpPr>
            <a:cxnSpLocks/>
            <a:stCxn id="224" idx="3"/>
            <a:endCxn id="223" idx="1"/>
          </p:cNvCxnSpPr>
          <p:nvPr/>
        </p:nvCxnSpPr>
        <p:spPr>
          <a:xfrm>
            <a:off x="2124000" y="1971750"/>
            <a:ext cx="543000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211"/>
    </mc:Choice>
    <mc:Fallback>
      <p:transition spd="slow" advTm="60211"/>
    </mc:Fallback>
  </mc:AlternateContent>
  <p:extLst>
    <p:ext uri="{3A86A75C-4F4B-4683-9AE1-C65F6400EC91}">
      <p14:laserTraceLst xmlns:p14="http://schemas.microsoft.com/office/powerpoint/2010/main">
        <p14:tracePtLst>
          <p14:tracePt t="5053" x="2847975" y="4800600"/>
          <p14:tracePt t="5315" x="2122488" y="4492625"/>
          <p14:tracePt t="5318" x="2116138" y="4194175"/>
          <p14:tracePt t="5327" x="2103438" y="3983038"/>
          <p14:tracePt t="5333" x="2103438" y="3824288"/>
          <p14:tracePt t="5339" x="2103438" y="3632200"/>
          <p14:tracePt t="5346" x="2103438" y="3498850"/>
          <p14:tracePt t="5353" x="2103438" y="3409950"/>
          <p14:tracePt t="5360" x="2103438" y="3352800"/>
          <p14:tracePt t="5367" x="2103438" y="3308350"/>
          <p14:tracePt t="5375" x="2103438" y="3276600"/>
          <p14:tracePt t="5381" x="2103438" y="3225800"/>
          <p14:tracePt t="5388" x="2103438" y="3154363"/>
          <p14:tracePt t="5395" x="2103438" y="3071813"/>
          <p14:tracePt t="5402" x="2116138" y="2976563"/>
          <p14:tracePt t="5409" x="2147888" y="2811463"/>
          <p14:tracePt t="5416" x="2166938" y="2593975"/>
          <p14:tracePt t="5425" x="2198688" y="2409825"/>
          <p14:tracePt t="5430" x="2217738" y="2293938"/>
          <p14:tracePt t="5437" x="2230438" y="2211388"/>
          <p14:tracePt t="5445" x="2236788" y="2135188"/>
          <p14:tracePt t="5451" x="2236788" y="2071688"/>
          <p14:tracePt t="5457" x="2236788" y="2020888"/>
          <p14:tracePt t="5464" x="2236788" y="1995488"/>
          <p14:tracePt t="5473" x="2230438" y="1970088"/>
          <p14:tracePt t="5478" x="2230438" y="1957388"/>
          <p14:tracePt t="5489" x="2217738" y="1944688"/>
          <p14:tracePt t="5492" x="2211388" y="1931988"/>
          <p14:tracePt t="5502" x="2205038" y="1924050"/>
          <p14:tracePt t="5506" x="2198688" y="1911350"/>
          <p14:tracePt t="5516" x="2192338" y="1905000"/>
          <p14:tracePt t="5521" x="2179638" y="1885950"/>
          <p14:tracePt t="5527" x="2179638" y="1873250"/>
          <p14:tracePt t="5534" x="2166938" y="1854200"/>
          <p14:tracePt t="5541" x="2154238" y="1835150"/>
          <p14:tracePt t="5548" x="2141538" y="1797050"/>
          <p14:tracePt t="5555" x="2122488" y="1765300"/>
          <p14:tracePt t="5563" x="2109788" y="1746250"/>
          <p14:tracePt t="5570" x="2097088" y="1727200"/>
          <p14:tracePt t="5576" x="2090738" y="1714500"/>
          <p14:tracePt t="5583" x="2084388" y="1708150"/>
          <p14:tracePt t="5589" x="2078038" y="1695450"/>
          <p14:tracePt t="5597" x="2071688" y="1695450"/>
          <p14:tracePt t="5604" x="2071688" y="1689100"/>
          <p14:tracePt t="5611" x="2065338" y="1689100"/>
          <p14:tracePt t="5618" x="2051050" y="1689100"/>
          <p14:tracePt t="5625" x="2051050" y="1682750"/>
          <p14:tracePt t="5631" x="2044700" y="1682750"/>
          <p14:tracePt t="5639" x="2032000" y="1676400"/>
          <p14:tracePt t="5654" x="2025650" y="1676400"/>
          <p14:tracePt t="5660" x="2019300" y="1676400"/>
          <p14:tracePt t="5667" x="2012950" y="1676400"/>
          <p14:tracePt t="5680" x="2006600" y="1676400"/>
          <p14:tracePt t="5694" x="2000250" y="1676400"/>
          <p14:tracePt t="5813" x="1974850" y="1676400"/>
          <p14:tracePt t="5820" x="1930400" y="1676400"/>
          <p14:tracePt t="5826" x="1892300" y="1670050"/>
          <p14:tracePt t="5834" x="1860550" y="1670050"/>
          <p14:tracePt t="5841" x="1816100" y="1670050"/>
          <p14:tracePt t="5847" x="1784350" y="1670050"/>
          <p14:tracePt t="5854" x="1739900" y="1670050"/>
          <p14:tracePt t="5861" x="1701800" y="1670050"/>
          <p14:tracePt t="5868" x="1651000" y="1670050"/>
          <p14:tracePt t="5875" x="1598613" y="1670050"/>
          <p14:tracePt t="5882" x="1535113" y="1663700"/>
          <p14:tracePt t="5889" x="1458913" y="1663700"/>
          <p14:tracePt t="5897" x="1382713" y="1663700"/>
          <p14:tracePt t="5903" x="1306513" y="1657350"/>
          <p14:tracePt t="5910" x="1243013" y="1657350"/>
          <p14:tracePt t="5917" x="1185863" y="1657350"/>
          <p14:tracePt t="5924" x="1139825" y="1657350"/>
          <p14:tracePt t="5931" x="1089025" y="1657350"/>
          <p14:tracePt t="5938" x="1063625" y="1657350"/>
          <p14:tracePt t="5945" x="1038225" y="1663700"/>
          <p14:tracePt t="5952" x="1019175" y="1663700"/>
          <p14:tracePt t="5959" x="1000125" y="1663700"/>
          <p14:tracePt t="5966" x="987425" y="1670050"/>
          <p14:tracePt t="5973" x="968375" y="1676400"/>
          <p14:tracePt t="5980" x="955675" y="1682750"/>
          <p14:tracePt t="5987" x="949325" y="1682750"/>
          <p14:tracePt t="5993" x="936625" y="1695450"/>
          <p14:tracePt t="6001" x="930275" y="1695450"/>
          <p14:tracePt t="6007" x="923925" y="1701800"/>
          <p14:tracePt t="6014" x="917575" y="1708150"/>
          <p14:tracePt t="6022" x="911225" y="1714500"/>
          <p14:tracePt t="6028" x="898525" y="1720850"/>
          <p14:tracePt t="6035" x="892175" y="1727200"/>
          <p14:tracePt t="6045" x="885825" y="1733550"/>
          <p14:tracePt t="6052" x="873125" y="1739900"/>
          <p14:tracePt t="6056" x="860425" y="1752600"/>
          <p14:tracePt t="6063" x="847725" y="1765300"/>
          <p14:tracePt t="6070" x="828675" y="1778000"/>
          <p14:tracePt t="6077" x="822325" y="1790700"/>
          <p14:tracePt t="6084" x="803275" y="1816100"/>
          <p14:tracePt t="6091" x="796925" y="1835150"/>
          <p14:tracePt t="6098" x="777875" y="1860550"/>
          <p14:tracePt t="6105" x="765175" y="1879600"/>
          <p14:tracePt t="6112" x="758825" y="1892300"/>
          <p14:tracePt t="6119" x="746125" y="1905000"/>
          <p14:tracePt t="6126" x="733425" y="1938338"/>
          <p14:tracePt t="6134" x="708025" y="1976438"/>
          <p14:tracePt t="6140" x="688975" y="2014538"/>
          <p14:tracePt t="6147" x="668338" y="2058988"/>
          <p14:tracePt t="6153" x="649288" y="2109788"/>
          <p14:tracePt t="6161" x="617538" y="2179638"/>
          <p14:tracePt t="6168" x="598488" y="2255838"/>
          <p14:tracePt t="6176" x="585788" y="2319338"/>
          <p14:tracePt t="6182" x="566738" y="2365375"/>
          <p14:tracePt t="6188" x="560388" y="2390775"/>
          <p14:tracePt t="6195" x="554038" y="2428875"/>
          <p14:tracePt t="6202" x="554038" y="2447925"/>
          <p14:tracePt t="6210" x="554038" y="2466975"/>
          <p14:tracePt t="6216" x="547688" y="2486025"/>
          <p14:tracePt t="6223" x="547688" y="2505075"/>
          <p14:tracePt t="6231" x="547688" y="2530475"/>
          <p14:tracePt t="6239" x="547688" y="2549525"/>
          <p14:tracePt t="6244" x="547688" y="2562225"/>
          <p14:tracePt t="6251" x="547688" y="2574925"/>
          <p14:tracePt t="6258" x="554038" y="2587625"/>
          <p14:tracePt t="6265" x="554038" y="2593975"/>
          <p14:tracePt t="6272" x="554038" y="2600325"/>
          <p14:tracePt t="6279" x="560388" y="2606675"/>
          <p14:tracePt t="6286" x="566738" y="2606675"/>
          <p14:tracePt t="6293" x="566738" y="2613025"/>
          <p14:tracePt t="6300" x="573088" y="2619375"/>
          <p14:tracePt t="6307" x="579438" y="2619375"/>
          <p14:tracePt t="6314" x="585788" y="2625725"/>
          <p14:tracePt t="6321" x="604838" y="2632075"/>
          <p14:tracePt t="6328" x="617538" y="2632075"/>
          <p14:tracePt t="6335" x="630238" y="2638425"/>
          <p14:tracePt t="6342" x="655638" y="2644775"/>
          <p14:tracePt t="6348" x="674688" y="2644775"/>
          <p14:tracePt t="6356" x="701675" y="2651125"/>
          <p14:tracePt t="6363" x="739775" y="2651125"/>
          <p14:tracePt t="6370" x="784225" y="2657475"/>
          <p14:tracePt t="6377" x="835025" y="2657475"/>
          <p14:tracePt t="6384" x="898525" y="2663825"/>
          <p14:tracePt t="6390" x="987425" y="2663825"/>
          <p14:tracePt t="6397" x="1057275" y="2663825"/>
          <p14:tracePt t="6406" x="1133475" y="2663825"/>
          <p14:tracePt t="6411" x="1211263" y="2663825"/>
          <p14:tracePt t="6418" x="1274763" y="2663825"/>
          <p14:tracePt t="6425" x="1325563" y="2663825"/>
          <p14:tracePt t="6432" x="1376363" y="2663825"/>
          <p14:tracePt t="6439" x="1414463" y="2663825"/>
          <p14:tracePt t="6447" x="1458913" y="2657475"/>
          <p14:tracePt t="6453" x="1484313" y="2657475"/>
          <p14:tracePt t="6460" x="1516063" y="2651125"/>
          <p14:tracePt t="6467" x="1535113" y="2651125"/>
          <p14:tracePt t="6474" x="1560513" y="2651125"/>
          <p14:tracePt t="6481" x="1579563" y="2651125"/>
          <p14:tracePt t="6488" x="1612900" y="2651125"/>
          <p14:tracePt t="6495" x="1638300" y="2651125"/>
          <p14:tracePt t="6503" x="1676400" y="2657475"/>
          <p14:tracePt t="6509" x="1720850" y="2663825"/>
          <p14:tracePt t="6516" x="1752600" y="2663825"/>
          <p14:tracePt t="6522" x="1797050" y="2670175"/>
          <p14:tracePt t="6530" x="1822450" y="2676525"/>
          <p14:tracePt t="6537" x="1841500" y="2676525"/>
          <p14:tracePt t="6544" x="1860550" y="2676525"/>
          <p14:tracePt t="6551" x="1873250" y="2676525"/>
          <p14:tracePt t="6557" x="1892300" y="2676525"/>
          <p14:tracePt t="6564" x="1898650" y="2676525"/>
          <p14:tracePt t="6579" x="1905000" y="2676525"/>
          <p14:tracePt t="6586" x="1911350" y="2676525"/>
          <p14:tracePt t="6599" x="1917700" y="2676525"/>
          <p14:tracePt t="6614" x="1924050" y="2676525"/>
          <p14:tracePt t="6620" x="1930400" y="2670175"/>
          <p14:tracePt t="6641" x="1936750" y="2663825"/>
          <p14:tracePt t="6648" x="1943100" y="2657475"/>
          <p14:tracePt t="6655" x="1949450" y="2644775"/>
          <p14:tracePt t="6662" x="1968500" y="2625725"/>
          <p14:tracePt t="6669" x="2000250" y="2574925"/>
          <p14:tracePt t="6676" x="2051050" y="2505075"/>
          <p14:tracePt t="6684" x="2090738" y="2441575"/>
          <p14:tracePt t="6690" x="2116138" y="2390775"/>
          <p14:tracePt t="6699" x="2128838" y="2359025"/>
          <p14:tracePt t="6704" x="2135188" y="2338388"/>
          <p14:tracePt t="6712" x="2141538" y="2325688"/>
          <p14:tracePt t="6718" x="2141538" y="2319338"/>
          <p14:tracePt t="6725" x="2141538" y="2306638"/>
          <p14:tracePt t="6732" x="2141538" y="2300288"/>
          <p14:tracePt t="6739" x="2141538" y="2293938"/>
          <p14:tracePt t="6745" x="2141538" y="2287588"/>
          <p14:tracePt t="6752" x="2141538" y="2274888"/>
          <p14:tracePt t="6759" x="2141538" y="2262188"/>
          <p14:tracePt t="6767" x="2141538" y="2243138"/>
          <p14:tracePt t="6774" x="2135188" y="2217738"/>
          <p14:tracePt t="6781" x="2128838" y="2160588"/>
          <p14:tracePt t="6789" x="2109788" y="2109788"/>
          <p14:tracePt t="6794" x="2097088" y="2065338"/>
          <p14:tracePt t="6801" x="2078038" y="2020888"/>
          <p14:tracePt t="6808" x="2058988" y="1989138"/>
          <p14:tracePt t="6815" x="2044700" y="1951038"/>
          <p14:tracePt t="6822" x="2032000" y="1931988"/>
          <p14:tracePt t="6829" x="2019300" y="1911350"/>
          <p14:tracePt t="6836" x="2006600" y="1879600"/>
          <p14:tracePt t="6844" x="1987550" y="1847850"/>
          <p14:tracePt t="6851" x="1981200" y="1822450"/>
          <p14:tracePt t="6857" x="1968500" y="1784350"/>
          <p14:tracePt t="6864" x="1943100" y="1752600"/>
          <p14:tracePt t="6871" x="1924050" y="1727200"/>
          <p14:tracePt t="6878" x="1905000" y="1701800"/>
          <p14:tracePt t="6885" x="1892300" y="1682750"/>
          <p14:tracePt t="6892" x="1866900" y="1663700"/>
          <p14:tracePt t="6899" x="1854200" y="1651000"/>
          <p14:tracePt t="6906" x="1841500" y="1631950"/>
          <p14:tracePt t="6912" x="1822450" y="1625600"/>
          <p14:tracePt t="6919" x="1809750" y="1619250"/>
          <p14:tracePt t="6926" x="1797050" y="1612900"/>
          <p14:tracePt t="6933" x="1784350" y="1600200"/>
          <p14:tracePt t="6941" x="1765300" y="1600200"/>
          <p14:tracePt t="6947" x="1752600" y="1587500"/>
          <p14:tracePt t="6954" x="1727200" y="1574800"/>
          <p14:tracePt t="6961" x="1708150" y="1574800"/>
          <p14:tracePt t="6968" x="1689100" y="1568450"/>
          <p14:tracePt t="6975" x="1676400" y="1562100"/>
          <p14:tracePt t="6982" x="1657350" y="1555750"/>
          <p14:tracePt t="6989" x="1631950" y="1555750"/>
          <p14:tracePt t="6996" x="1598613" y="1549400"/>
          <p14:tracePt t="7003" x="1573213" y="1549400"/>
          <p14:tracePt t="7010" x="1535113" y="1549400"/>
          <p14:tracePt t="7017" x="1509713" y="1549400"/>
          <p14:tracePt t="7024" x="1484313" y="1555750"/>
          <p14:tracePt t="7031" x="1452563" y="1562100"/>
          <p14:tracePt t="7038" x="1427163" y="1568450"/>
          <p14:tracePt t="7045" x="1389063" y="1574800"/>
          <p14:tracePt t="7052" x="1370013" y="1587500"/>
          <p14:tracePt t="7059" x="1350963" y="1587500"/>
          <p14:tracePt t="7066" x="1331913" y="1593850"/>
          <p14:tracePt t="7073" x="1319213" y="1600200"/>
          <p14:tracePt t="7079" x="1306513" y="1606550"/>
          <p14:tracePt t="7086" x="1300163" y="1606550"/>
          <p14:tracePt t="7101" x="1287463" y="1606550"/>
          <p14:tracePt t="7108" x="1287463" y="1612900"/>
          <p14:tracePt t="7114" x="1281113" y="1612900"/>
          <p14:tracePt t="7129" x="1268413" y="1619250"/>
          <p14:tracePt t="7135" x="1262063" y="1619250"/>
          <p14:tracePt t="7149" x="1249363" y="1625600"/>
          <p14:tracePt t="7156" x="1243013" y="1631950"/>
          <p14:tracePt t="7163" x="1236663" y="1638300"/>
          <p14:tracePt t="7170" x="1230313" y="1644650"/>
          <p14:tracePt t="7178" x="1223963" y="1644650"/>
          <p14:tracePt t="7184" x="1217613" y="1651000"/>
          <p14:tracePt t="7191" x="1211263" y="1651000"/>
          <p14:tracePt t="7198" x="1211263" y="1657350"/>
          <p14:tracePt t="7212" x="1204913" y="1663700"/>
          <p14:tracePt t="7233" x="1198563" y="1670050"/>
          <p14:tracePt t="7269" x="1198563" y="1676400"/>
          <p14:tracePt t="7282" x="1198563" y="1682750"/>
          <p14:tracePt t="8400" x="1338263" y="1682750"/>
          <p14:tracePt t="8405" x="1528763" y="1695450"/>
          <p14:tracePt t="8410" x="1689100" y="1701800"/>
          <p14:tracePt t="8421" x="1803400" y="1714500"/>
          <p14:tracePt t="8425" x="1879600" y="1720850"/>
          <p14:tracePt t="8430" x="1943100" y="1727200"/>
          <p14:tracePt t="8438" x="1987550" y="1733550"/>
          <p14:tracePt t="8445" x="2025650" y="1739900"/>
          <p14:tracePt t="8452" x="2051050" y="1739900"/>
          <p14:tracePt t="8458" x="2071688" y="1739900"/>
          <p14:tracePt t="8466" x="2090738" y="1746250"/>
          <p14:tracePt t="8472" x="2103438" y="1752600"/>
          <p14:tracePt t="8479" x="2122488" y="1758950"/>
          <p14:tracePt t="8486" x="2135188" y="1758950"/>
          <p14:tracePt t="8493" x="2147888" y="1758950"/>
          <p14:tracePt t="8500" x="2154238" y="1765300"/>
          <p14:tracePt t="8510" x="2173288" y="1771650"/>
          <p14:tracePt t="8515" x="2185988" y="1778000"/>
          <p14:tracePt t="8521" x="2198688" y="1778000"/>
          <p14:tracePt t="8528" x="2211388" y="1778000"/>
          <p14:tracePt t="8535" x="2224088" y="1784350"/>
          <p14:tracePt t="8542" x="2243138" y="1790700"/>
          <p14:tracePt t="8549" x="2255838" y="1797050"/>
          <p14:tracePt t="8557" x="2268538" y="1797050"/>
          <p14:tracePt t="8563" x="2274888" y="1803400"/>
          <p14:tracePt t="8570" x="2287588" y="1803400"/>
          <p14:tracePt t="8577" x="2293938" y="1803400"/>
          <p14:tracePt t="8583" x="2300288" y="1803400"/>
          <p14:tracePt t="8590" x="2306638" y="1803400"/>
          <p14:tracePt t="8598" x="2312988" y="1809750"/>
          <p14:tracePt t="8605" x="2319338" y="1809750"/>
          <p14:tracePt t="8612" x="2319338" y="1816100"/>
          <p14:tracePt t="8625" x="2325688" y="1816100"/>
          <p14:tracePt t="8640" x="2332038" y="1816100"/>
          <p14:tracePt t="8648" x="2332038" y="1822450"/>
          <p14:tracePt t="8669" x="2338388" y="1822450"/>
          <p14:tracePt t="8681" x="2344738" y="1822450"/>
          <p14:tracePt t="9782" x="2338388" y="1797050"/>
          <p14:tracePt t="9789" x="2312988" y="1758950"/>
          <p14:tracePt t="9795" x="2293938" y="1701800"/>
          <p14:tracePt t="9802" x="2262188" y="1638300"/>
          <p14:tracePt t="9809" x="2236788" y="1581150"/>
          <p14:tracePt t="9818" x="2217738" y="1536700"/>
          <p14:tracePt t="9823" x="2205038" y="1511300"/>
          <p14:tracePt t="9831" x="2198688" y="1484313"/>
          <p14:tracePt t="9837" x="2185988" y="1465263"/>
          <p14:tracePt t="9844" x="2173288" y="1452563"/>
          <p14:tracePt t="9851" x="2160588" y="1427163"/>
          <p14:tracePt t="9858" x="2147888" y="1408113"/>
          <p14:tracePt t="9866" x="2141538" y="1389063"/>
          <p14:tracePt t="9872" x="2128838" y="1370013"/>
          <p14:tracePt t="9879" x="2109788" y="1338263"/>
          <p14:tracePt t="9886" x="2097088" y="1306513"/>
          <p14:tracePt t="9893" x="2071688" y="1274763"/>
          <p14:tracePt t="9900" x="2051050" y="1249363"/>
          <p14:tracePt t="9907" x="2025650" y="1230313"/>
          <p14:tracePt t="9915" x="2012950" y="1217613"/>
          <p14:tracePt t="9921" x="2000250" y="1198563"/>
          <p14:tracePt t="9928" x="1987550" y="1192213"/>
          <p14:tracePt t="9934" x="1968500" y="1179513"/>
          <p14:tracePt t="9941" x="1962150" y="1179513"/>
          <p14:tracePt t="9949" x="1949450" y="1173163"/>
          <p14:tracePt t="9957" x="1936750" y="1173163"/>
          <p14:tracePt t="9963" x="1936750" y="1166813"/>
          <p14:tracePt t="9969" x="1930400" y="1166813"/>
          <p14:tracePt t="9976" x="1924050" y="1166813"/>
          <p14:tracePt t="9999" x="1917700" y="1166813"/>
          <p14:tracePt t="10318" x="1917700" y="1230313"/>
          <p14:tracePt t="10325" x="1917700" y="1293813"/>
          <p14:tracePt t="10333" x="1924050" y="1338263"/>
          <p14:tracePt t="10339" x="1924050" y="1363663"/>
          <p14:tracePt t="10345" x="1924050" y="1376363"/>
          <p14:tracePt t="10352" x="1930400" y="1382713"/>
          <p14:tracePt t="10359" x="1930400" y="1389063"/>
          <p14:tracePt t="10366" x="1930400" y="1395413"/>
          <p14:tracePt t="10381" x="1930400" y="1401763"/>
          <p14:tracePt t="10415" x="1930400" y="1408113"/>
          <p14:tracePt t="10429" x="1924050" y="1408113"/>
          <p14:tracePt t="10443" x="1917700" y="1408113"/>
          <p14:tracePt t="10450" x="1911350" y="1408113"/>
          <p14:tracePt t="10456" x="1898650" y="1408113"/>
          <p14:tracePt t="10464" x="1879600" y="1401763"/>
          <p14:tracePt t="10473" x="1847850" y="1389063"/>
          <p14:tracePt t="10478" x="1816100" y="1376363"/>
          <p14:tracePt t="10485" x="1771650" y="1363663"/>
          <p14:tracePt t="10492" x="1714500" y="1344613"/>
          <p14:tracePt t="10498" x="1663700" y="1325563"/>
          <p14:tracePt t="10506" x="1619250" y="1319213"/>
          <p14:tracePt t="10513" x="1579563" y="1306513"/>
          <p14:tracePt t="10521" x="1547813" y="1300163"/>
          <p14:tracePt t="10527" x="1516063" y="1293813"/>
          <p14:tracePt t="10534" x="1497013" y="1287463"/>
          <p14:tracePt t="10540" x="1477963" y="1281113"/>
          <p14:tracePt t="10547" x="1465263" y="1281113"/>
          <p14:tracePt t="10554" x="1452563" y="1281113"/>
          <p14:tracePt t="10563" x="1439863" y="1281113"/>
          <p14:tracePt t="10572" x="1427163" y="1281113"/>
          <p14:tracePt t="10576" x="1414463" y="1281113"/>
          <p14:tracePt t="10589" x="1401763" y="1281113"/>
          <p14:tracePt t="10596" x="1395413" y="1281113"/>
          <p14:tracePt t="10610" x="1389063" y="1281113"/>
          <p14:tracePt t="10618" x="1382713" y="1281113"/>
          <p14:tracePt t="10624" x="1376363" y="1281113"/>
          <p14:tracePt t="10645" x="1363663" y="1281113"/>
          <p14:tracePt t="10659" x="1357313" y="1287463"/>
          <p14:tracePt t="10666" x="1350963" y="1287463"/>
          <p14:tracePt t="10673" x="1338263" y="1287463"/>
          <p14:tracePt t="10679" x="1331913" y="1287463"/>
          <p14:tracePt t="10686" x="1319213" y="1293813"/>
          <p14:tracePt t="10694" x="1306513" y="1300163"/>
          <p14:tracePt t="10701" x="1287463" y="1300163"/>
          <p14:tracePt t="10709" x="1268413" y="1306513"/>
          <p14:tracePt t="10716" x="1243013" y="1312863"/>
          <p14:tracePt t="10721" x="1223963" y="1319213"/>
          <p14:tracePt t="10728" x="1198563" y="1325563"/>
          <p14:tracePt t="10735" x="1179513" y="1325563"/>
          <p14:tracePt t="10743" x="1160463" y="1325563"/>
          <p14:tracePt t="10751" x="1147763" y="1325563"/>
          <p14:tracePt t="10820" x="1120775" y="1331913"/>
          <p14:tracePt t="10826" x="1095375" y="1338263"/>
          <p14:tracePt t="10833" x="1063625" y="1344613"/>
          <p14:tracePt t="10840" x="1044575" y="1357313"/>
          <p14:tracePt t="10847" x="1025525" y="1357313"/>
          <p14:tracePt t="10854" x="1019175" y="1357313"/>
          <p14:tracePt t="10861" x="1006475" y="1363663"/>
          <p14:tracePt t="10868" x="1000125" y="1370013"/>
          <p14:tracePt t="10876" x="993775" y="1370013"/>
          <p14:tracePt t="10881" x="987425" y="1370013"/>
          <p14:tracePt t="10896" x="981075" y="1376363"/>
          <p14:tracePt t="10902" x="974725" y="1376363"/>
          <p14:tracePt t="10910" x="968375" y="1389063"/>
          <p14:tracePt t="10923" x="962025" y="1401763"/>
          <p14:tracePt t="10930" x="955675" y="1408113"/>
          <p14:tracePt t="10938" x="949325" y="1420813"/>
          <p14:tracePt t="10944" x="936625" y="1439863"/>
          <p14:tracePt t="10951" x="930275" y="1458913"/>
          <p14:tracePt t="10958" x="923925" y="1477963"/>
          <p14:tracePt t="10965" x="917575" y="1504950"/>
          <p14:tracePt t="10972" x="904875" y="1536700"/>
          <p14:tracePt t="10979" x="898525" y="1555750"/>
          <p14:tracePt t="10986" x="898525" y="1574800"/>
          <p14:tracePt t="10993" x="898525" y="1587500"/>
          <p14:tracePt t="11001" x="898525" y="1600200"/>
          <p14:tracePt t="11008" x="898525" y="1612900"/>
          <p14:tracePt t="11015" x="898525" y="1625600"/>
          <p14:tracePt t="11021" x="898525" y="1638300"/>
          <p14:tracePt t="11028" x="898525" y="1657350"/>
          <p14:tracePt t="11037" x="898525" y="1676400"/>
          <p14:tracePt t="11042" x="898525" y="1708150"/>
          <p14:tracePt t="11049" x="898525" y="1739900"/>
          <p14:tracePt t="11056" x="892175" y="1784350"/>
          <p14:tracePt t="11062" x="885825" y="1841500"/>
          <p14:tracePt t="11071" x="879475" y="1892300"/>
          <p14:tracePt t="11077" x="873125" y="1938338"/>
          <p14:tracePt t="11084" x="873125" y="1982788"/>
          <p14:tracePt t="11091" x="873125" y="2014538"/>
          <p14:tracePt t="11097" x="873125" y="2046288"/>
          <p14:tracePt t="11105" x="873125" y="2071688"/>
          <p14:tracePt t="11112" x="873125" y="2097088"/>
          <p14:tracePt t="11119" x="873125" y="2122488"/>
          <p14:tracePt t="11125" x="873125" y="2147888"/>
          <p14:tracePt t="11132" x="873125" y="2185988"/>
          <p14:tracePt t="11139" x="879475" y="2211388"/>
          <p14:tracePt t="11146" x="892175" y="2249488"/>
          <p14:tracePt t="11153" x="904875" y="2281238"/>
          <p14:tracePt t="11160" x="917575" y="2325688"/>
          <p14:tracePt t="11167" x="936625" y="2359025"/>
          <p14:tracePt t="11174" x="962025" y="2409825"/>
          <p14:tracePt t="11181" x="987425" y="2454275"/>
          <p14:tracePt t="11188" x="1019175" y="2498725"/>
          <p14:tracePt t="11195" x="1057275" y="2536825"/>
          <p14:tracePt t="11202" x="1082675" y="2574925"/>
          <p14:tracePt t="11209" x="1120775" y="2613025"/>
          <p14:tracePt t="11216" x="1154113" y="2651125"/>
          <p14:tracePt t="11223" x="1173163" y="2670175"/>
          <p14:tracePt t="11230" x="1204913" y="2701925"/>
          <p14:tracePt t="11237" x="1236663" y="2733675"/>
          <p14:tracePt t="11244" x="1262063" y="2759075"/>
          <p14:tracePt t="11251" x="1293813" y="2784475"/>
          <p14:tracePt t="11258" x="1319213" y="2811463"/>
          <p14:tracePt t="11265" x="1344613" y="2836863"/>
          <p14:tracePt t="11272" x="1376363" y="2862263"/>
          <p14:tracePt t="11279" x="1408113" y="2887663"/>
          <p14:tracePt t="11285" x="1439863" y="2906713"/>
          <p14:tracePt t="11292" x="1477963" y="2932113"/>
          <p14:tracePt t="11299" x="1516063" y="2957513"/>
          <p14:tracePt t="11307" x="1547813" y="2970213"/>
          <p14:tracePt t="11313" x="1606550" y="2995613"/>
          <p14:tracePt t="11321" x="1644650" y="3008313"/>
          <p14:tracePt t="11327" x="1682750" y="3027363"/>
          <p14:tracePt t="11334" x="1714500" y="3033713"/>
          <p14:tracePt t="11341" x="1746250" y="3046413"/>
          <p14:tracePt t="11349" x="1778000" y="3046413"/>
          <p14:tracePt t="11357" x="1816100" y="3052763"/>
          <p14:tracePt t="11362" x="1847850" y="3052763"/>
          <p14:tracePt t="11369" x="1892300" y="3059113"/>
          <p14:tracePt t="11376" x="1930400" y="3059113"/>
          <p14:tracePt t="11383" x="1981200" y="3059113"/>
          <p14:tracePt t="11390" x="2038350" y="3046413"/>
          <p14:tracePt t="11398" x="2103438" y="3033713"/>
          <p14:tracePt t="11404" x="2173288" y="3008313"/>
          <p14:tracePt t="11411" x="2274888" y="2957513"/>
          <p14:tracePt t="11418" x="2427288" y="2881313"/>
          <p14:tracePt t="11425" x="2555875" y="2778125"/>
          <p14:tracePt t="11432" x="2663825" y="2689225"/>
          <p14:tracePt t="11439" x="2759075" y="2613025"/>
          <p14:tracePt t="11446" x="2822575" y="2555875"/>
          <p14:tracePt t="11453" x="2867025" y="2498725"/>
          <p14:tracePt t="11460" x="2886075" y="2460625"/>
          <p14:tracePt t="11467" x="2898775" y="2435225"/>
          <p14:tracePt t="11474" x="2905125" y="2416175"/>
          <p14:tracePt t="11481" x="2905125" y="2390775"/>
          <p14:tracePt t="11488" x="2905125" y="2351088"/>
          <p14:tracePt t="11494" x="2898775" y="2319338"/>
          <p14:tracePt t="11502" x="2879725" y="2262188"/>
          <p14:tracePt t="11509" x="2860675" y="2211388"/>
          <p14:tracePt t="11516" x="2822575" y="2147888"/>
          <p14:tracePt t="11522" x="2784475" y="2033588"/>
          <p14:tracePt t="11529" x="2727325" y="1885950"/>
          <p14:tracePt t="11537" x="2663825" y="1727200"/>
          <p14:tracePt t="11543" x="2613025" y="1568450"/>
          <p14:tracePt t="11551" x="2568575" y="1414463"/>
          <p14:tracePt t="11557" x="2517775" y="1268413"/>
          <p14:tracePt t="11564" x="2497138" y="1192213"/>
          <p14:tracePt t="11571" x="2478088" y="1141413"/>
          <p14:tracePt t="11578" x="2459038" y="1109663"/>
          <p14:tracePt t="11585" x="2452688" y="1096963"/>
          <p14:tracePt t="11592" x="2439988" y="1090613"/>
          <p14:tracePt t="11599" x="2433638" y="1084263"/>
          <p14:tracePt t="11606" x="2420938" y="1084263"/>
          <p14:tracePt t="11612" x="2420938" y="1077913"/>
          <p14:tracePt t="11619" x="2414588" y="1077913"/>
          <p14:tracePt t="11626" x="2408238" y="1077913"/>
          <p14:tracePt t="11641" x="2401888" y="1077913"/>
          <p14:tracePt t="11648" x="2395538" y="1077913"/>
          <p14:tracePt t="11669" x="2389188" y="1077913"/>
          <p14:tracePt t="11739" x="2389188" y="1084263"/>
          <p14:tracePt t="12072" x="2414588" y="1109663"/>
          <p14:tracePt t="12079" x="2471738" y="1141413"/>
          <p14:tracePt t="12087" x="2524125" y="1166813"/>
          <p14:tracePt t="12094" x="2600325" y="1204913"/>
          <p14:tracePt t="12100" x="2676525" y="1243013"/>
          <p14:tracePt t="12109" x="2752725" y="1268413"/>
          <p14:tracePt t="12118" x="2828925" y="1300163"/>
          <p14:tracePt t="12121" x="2924175" y="1331913"/>
          <p14:tracePt t="12129" x="3027363" y="1370013"/>
          <p14:tracePt t="12135" x="3122613" y="1408113"/>
          <p14:tracePt t="12144" x="3198813" y="1439863"/>
          <p14:tracePt t="12150" x="3262313" y="1477963"/>
          <p14:tracePt t="12157" x="3319463" y="1504950"/>
          <p14:tracePt t="12164" x="3370263" y="1530350"/>
          <p14:tracePt t="12171" x="3421063" y="1555750"/>
          <p14:tracePt t="12177" x="3454400" y="1574800"/>
          <p14:tracePt t="12184" x="3505200" y="1600200"/>
          <p14:tracePt t="12193" x="3549650" y="1612900"/>
          <p14:tracePt t="12200" x="3575050" y="1619250"/>
          <p14:tracePt t="12205" x="3606800" y="1631950"/>
          <p14:tracePt t="12212" x="3632200" y="1638300"/>
          <p14:tracePt t="12219" x="3651250" y="1644650"/>
          <p14:tracePt t="12226" x="3663950" y="1644650"/>
          <p14:tracePt t="12234" x="3683000" y="1651000"/>
          <p14:tracePt t="12240" x="3695700" y="1651000"/>
          <p14:tracePt t="12248" x="3714750" y="1651000"/>
          <p14:tracePt t="12254" x="3733800" y="1657350"/>
          <p14:tracePt t="12261" x="3740150" y="1657350"/>
          <p14:tracePt t="12268" x="3759200" y="1657350"/>
          <p14:tracePt t="12275" x="3765550" y="1657350"/>
          <p14:tracePt t="12281" x="3778250" y="1657350"/>
          <p14:tracePt t="12289" x="3797300" y="1657350"/>
          <p14:tracePt t="12296" x="3803650" y="1657350"/>
          <p14:tracePt t="12302" x="3810000" y="1657350"/>
          <p14:tracePt t="12309" x="3816350" y="1657350"/>
          <p14:tracePt t="12316" x="3829050" y="1657350"/>
          <p14:tracePt t="12323" x="3835400" y="1657350"/>
          <p14:tracePt t="12330" x="3841750" y="1657350"/>
          <p14:tracePt t="12337" x="3848100" y="1657350"/>
          <p14:tracePt t="12352" x="3860800" y="1657350"/>
          <p14:tracePt t="12372" x="3867150" y="1657350"/>
          <p14:tracePt t="12393" x="3873500" y="1657350"/>
          <p14:tracePt t="12414" x="3873500" y="1651000"/>
          <p14:tracePt t="12449" x="3873500" y="1644650"/>
          <p14:tracePt t="12462" x="3873500" y="1638300"/>
          <p14:tracePt t="12469" x="3873500" y="1631950"/>
          <p14:tracePt t="12490" x="3873500" y="1625600"/>
          <p14:tracePt t="12506" x="3873500" y="1619250"/>
          <p14:tracePt t="12511" x="3860800" y="1612900"/>
          <p14:tracePt t="12518" x="3841750" y="1593850"/>
          <p14:tracePt t="12527" x="3816350" y="1581150"/>
          <p14:tracePt t="12532" x="3790950" y="1562100"/>
          <p14:tracePt t="12539" x="3752850" y="1543050"/>
          <p14:tracePt t="12546" x="3708400" y="1524000"/>
          <p14:tracePt t="12553" x="3670300" y="1504950"/>
          <p14:tracePt t="12560" x="3632200" y="1490663"/>
          <p14:tracePt t="12567" x="3594100" y="1477963"/>
          <p14:tracePt t="12575" x="3562350" y="1465263"/>
          <p14:tracePt t="12581" x="3524250" y="1458913"/>
          <p14:tracePt t="12588" x="3486150" y="1452563"/>
          <p14:tracePt t="12595" x="3454400" y="1446213"/>
          <p14:tracePt t="12602" x="3414713" y="1446213"/>
          <p14:tracePt t="12609" x="3376613" y="1446213"/>
          <p14:tracePt t="12616" x="3325813" y="1446213"/>
          <p14:tracePt t="12625" x="3268663" y="1446213"/>
          <p14:tracePt t="12630" x="3211513" y="1458913"/>
          <p14:tracePt t="12636" x="3141663" y="1477963"/>
          <p14:tracePt t="12643" x="3071813" y="1497013"/>
          <p14:tracePt t="12650" x="3001963" y="1524000"/>
          <p14:tracePt t="12658" x="2949575" y="1549400"/>
          <p14:tracePt t="12666" x="2911475" y="1574800"/>
          <p14:tracePt t="12672" x="2879725" y="1587500"/>
          <p14:tracePt t="12679" x="2860675" y="1600200"/>
          <p14:tracePt t="12685" x="2841625" y="1612900"/>
          <p14:tracePt t="12692" x="2828925" y="1625600"/>
          <p14:tracePt t="12707" x="2816225" y="1638300"/>
          <p14:tracePt t="12716" x="2816225" y="1644650"/>
          <p14:tracePt t="12720" x="2809875" y="1651000"/>
          <p14:tracePt t="12729" x="2803525" y="1663700"/>
          <p14:tracePt t="12734" x="2797175" y="1676400"/>
          <p14:tracePt t="12741" x="2790825" y="1695450"/>
          <p14:tracePt t="12748" x="2778125" y="1714500"/>
          <p14:tracePt t="12755" x="2771775" y="1746250"/>
          <p14:tracePt t="12763" x="2765425" y="1784350"/>
          <p14:tracePt t="12769" x="2740025" y="1835150"/>
          <p14:tracePt t="12776" x="2720975" y="1879600"/>
          <p14:tracePt t="12783" x="2708275" y="1924050"/>
          <p14:tracePt t="12790" x="2695575" y="1963738"/>
          <p14:tracePt t="12797" x="2695575" y="1989138"/>
          <p14:tracePt t="12806" x="2682875" y="2014538"/>
          <p14:tracePt t="12812" x="2676525" y="2027238"/>
          <p14:tracePt t="12818" x="2670175" y="2039938"/>
          <p14:tracePt t="12824" x="2670175" y="2058988"/>
          <p14:tracePt t="12831" x="2670175" y="2071688"/>
          <p14:tracePt t="12839" x="2663825" y="2097088"/>
          <p14:tracePt t="12846" x="2663825" y="2122488"/>
          <p14:tracePt t="12853" x="2663825" y="2160588"/>
          <p14:tracePt t="12861" x="2663825" y="2192338"/>
          <p14:tracePt t="12867" x="2663825" y="2236788"/>
          <p14:tracePt t="12873" x="2663825" y="2268538"/>
          <p14:tracePt t="12880" x="2663825" y="2300288"/>
          <p14:tracePt t="12887" x="2670175" y="2325688"/>
          <p14:tracePt t="12894" x="2670175" y="2351088"/>
          <p14:tracePt t="12902" x="2682875" y="2384425"/>
          <p14:tracePt t="12908" x="2689225" y="2403475"/>
          <p14:tracePt t="12915" x="2701925" y="2435225"/>
          <p14:tracePt t="12922" x="2708275" y="2454275"/>
          <p14:tracePt t="12929" x="2720975" y="2466975"/>
          <p14:tracePt t="12937" x="2733675" y="2486025"/>
          <p14:tracePt t="12943" x="2740025" y="2498725"/>
          <p14:tracePt t="12951" x="2746375" y="2511425"/>
          <p14:tracePt t="12957" x="2759075" y="2524125"/>
          <p14:tracePt t="12964" x="2765425" y="2536825"/>
          <p14:tracePt t="12971" x="2771775" y="2549525"/>
          <p14:tracePt t="12978" x="2784475" y="2555875"/>
          <p14:tracePt t="12985" x="2790825" y="2568575"/>
          <p14:tracePt t="12991" x="2797175" y="2568575"/>
          <p14:tracePt t="12999" x="2803525" y="2574925"/>
          <p14:tracePt t="13006" x="2809875" y="2581275"/>
          <p14:tracePt t="13012" x="2822575" y="2593975"/>
          <p14:tracePt t="13020" x="2835275" y="2600325"/>
          <p14:tracePt t="13027" x="2847975" y="2613025"/>
          <p14:tracePt t="13034" x="2867025" y="2613025"/>
          <p14:tracePt t="13041" x="2886075" y="2625725"/>
          <p14:tracePt t="13049" x="2911475" y="2638425"/>
          <p14:tracePt t="13054" x="2930525" y="2638425"/>
          <p14:tracePt t="13062" x="2943225" y="2644775"/>
          <p14:tracePt t="13068" x="2955925" y="2657475"/>
          <p14:tracePt t="13075" x="2976563" y="2657475"/>
          <p14:tracePt t="13082" x="2995613" y="2663825"/>
          <p14:tracePt t="13090" x="3014663" y="2670175"/>
          <p14:tracePt t="13096" x="3027363" y="2676525"/>
          <p14:tracePt t="13103" x="3040063" y="2676525"/>
          <p14:tracePt t="13110" x="3052763" y="2682875"/>
          <p14:tracePt t="13117" x="3071813" y="2689225"/>
          <p14:tracePt t="13124" x="3090863" y="2695575"/>
          <p14:tracePt t="13133" x="3116263" y="2701925"/>
          <p14:tracePt t="13139" x="3148013" y="2708275"/>
          <p14:tracePt t="13145" x="3192463" y="2714625"/>
          <p14:tracePt t="13152" x="3236913" y="2720975"/>
          <p14:tracePt t="13159" x="3281363" y="2727325"/>
          <p14:tracePt t="13166" x="3325813" y="2727325"/>
          <p14:tracePt t="13173" x="3357563" y="2733675"/>
          <p14:tracePt t="13181" x="3382963" y="2733675"/>
          <p14:tracePt t="13187" x="3414713" y="2733675"/>
          <p14:tracePt t="13193" x="3441700" y="2733675"/>
          <p14:tracePt t="13200" x="3467100" y="2733675"/>
          <p14:tracePt t="13208" x="3492500" y="2733675"/>
          <p14:tracePt t="13215" x="3524250" y="2733675"/>
          <p14:tracePt t="13222" x="3556000" y="2733675"/>
          <p14:tracePt t="13230" x="3587750" y="2733675"/>
          <p14:tracePt t="13236" x="3613150" y="2727325"/>
          <p14:tracePt t="13244" x="3651250" y="2727325"/>
          <p14:tracePt t="13249" x="3676650" y="2727325"/>
          <p14:tracePt t="13256" x="3708400" y="2720975"/>
          <p14:tracePt t="13263" x="3727450" y="2720975"/>
          <p14:tracePt t="13270" x="3746500" y="2714625"/>
          <p14:tracePt t="13278" x="3759200" y="2708275"/>
          <p14:tracePt t="13285" x="3778250" y="2701925"/>
          <p14:tracePt t="13291" x="3790950" y="2701925"/>
          <p14:tracePt t="13298" x="3810000" y="2695575"/>
          <p14:tracePt t="13305" x="3829050" y="2689225"/>
          <p14:tracePt t="13312" x="3854450" y="2676525"/>
          <p14:tracePt t="13320" x="3867150" y="2676525"/>
          <p14:tracePt t="13327" x="3887788" y="2663825"/>
          <p14:tracePt t="13333" x="3906838" y="2657475"/>
          <p14:tracePt t="13340" x="3925888" y="2651125"/>
          <p14:tracePt t="13347" x="3957638" y="2638425"/>
          <p14:tracePt t="13354" x="3976688" y="2619375"/>
          <p14:tracePt t="13361" x="4002088" y="2613025"/>
          <p14:tracePt t="13370" x="4021138" y="2593975"/>
          <p14:tracePt t="13375" x="4052888" y="2574925"/>
          <p14:tracePt t="13381" x="4071938" y="2555875"/>
          <p14:tracePt t="13388" x="4097338" y="2530475"/>
          <p14:tracePt t="13395" x="4129088" y="2498725"/>
          <p14:tracePt t="13402" x="4154488" y="2473325"/>
          <p14:tracePt t="13410" x="4179888" y="2454275"/>
          <p14:tracePt t="13418" x="4205288" y="2428875"/>
          <p14:tracePt t="13424" x="4224338" y="2409825"/>
          <p14:tracePt t="13431" x="4237038" y="2384425"/>
          <p14:tracePt t="13438" x="4256088" y="2365375"/>
          <p14:tracePt t="13444" x="4268788" y="2338388"/>
          <p14:tracePt t="13451" x="4281488" y="2319338"/>
          <p14:tracePt t="13459" x="4294188" y="2281238"/>
          <p14:tracePt t="13467" x="4306888" y="2243138"/>
          <p14:tracePt t="13472" x="4319588" y="2211388"/>
          <p14:tracePt t="13480" x="4319588" y="2166938"/>
          <p14:tracePt t="13486" x="4319588" y="2141538"/>
          <p14:tracePt t="13493" x="4319588" y="2116138"/>
          <p14:tracePt t="13500" x="4319588" y="2090738"/>
          <p14:tracePt t="13508" x="4313238" y="2065338"/>
          <p14:tracePt t="13514" x="4306888" y="2052638"/>
          <p14:tracePt t="13521" x="4306888" y="2039938"/>
          <p14:tracePt t="13528" x="4300538" y="2020888"/>
          <p14:tracePt t="13535" x="4294188" y="2001838"/>
          <p14:tracePt t="13542" x="4287838" y="1982788"/>
          <p14:tracePt t="13549" x="4281488" y="1963738"/>
          <p14:tracePt t="13556" x="4268788" y="1938338"/>
          <p14:tracePt t="13563" x="4256088" y="1898650"/>
          <p14:tracePt t="13569" x="4243388" y="1860550"/>
          <p14:tracePt t="13577" x="4224338" y="1822450"/>
          <p14:tracePt t="13583" x="4211638" y="1797050"/>
          <p14:tracePt t="13591" x="4205288" y="1771650"/>
          <p14:tracePt t="13598" x="4192588" y="1752600"/>
          <p14:tracePt t="13605" x="4186238" y="1739900"/>
          <p14:tracePt t="13611" x="4179888" y="1727200"/>
          <p14:tracePt t="13618" x="4167188" y="1714500"/>
          <p14:tracePt t="13625" x="4160838" y="1708150"/>
          <p14:tracePt t="13632" x="4154488" y="1695450"/>
          <p14:tracePt t="13640" x="4141788" y="1695450"/>
          <p14:tracePt t="13648" x="4129088" y="1682750"/>
          <p14:tracePt t="13654" x="4116388" y="1676400"/>
          <p14:tracePt t="13660" x="4097338" y="1670050"/>
          <p14:tracePt t="13667" x="4071938" y="1657350"/>
          <p14:tracePt t="13674" x="4052888" y="1651000"/>
          <p14:tracePt t="13681" x="4027488" y="1638300"/>
          <p14:tracePt t="13688" x="3995738" y="1625600"/>
          <p14:tracePt t="13696" x="3957638" y="1612900"/>
          <p14:tracePt t="13703" x="3932238" y="1600200"/>
          <p14:tracePt t="13709" x="3894138" y="1587500"/>
          <p14:tracePt t="13716" x="3860800" y="1574800"/>
          <p14:tracePt t="13723" x="3841750" y="1568450"/>
          <p14:tracePt t="13730" x="3816350" y="1555750"/>
          <p14:tracePt t="13737" x="3797300" y="1549400"/>
          <p14:tracePt t="13744" x="3778250" y="1549400"/>
          <p14:tracePt t="13751" x="3765550" y="1543050"/>
          <p14:tracePt t="13757" x="3746500" y="1536700"/>
          <p14:tracePt t="13764" x="3740150" y="1530350"/>
          <p14:tracePt t="13771" x="3727450" y="1530350"/>
          <p14:tracePt t="13778" x="3708400" y="1530350"/>
          <p14:tracePt t="13785" x="3695700" y="1524000"/>
          <p14:tracePt t="13793" x="3683000" y="1524000"/>
          <p14:tracePt t="13799" x="3676650" y="1524000"/>
          <p14:tracePt t="13806" x="3670300" y="1524000"/>
          <p14:tracePt t="13813" x="3657600" y="1524000"/>
          <p14:tracePt t="13820" x="3651250" y="1524000"/>
          <p14:tracePt t="13827" x="3644900" y="1524000"/>
          <p14:tracePt t="13835" x="3638550" y="1524000"/>
          <p14:tracePt t="13841" x="3632200" y="1524000"/>
          <p14:tracePt t="13848" x="3625850" y="1524000"/>
          <p14:tracePt t="13855" x="3619500" y="1524000"/>
          <p14:tracePt t="13862" x="3613150" y="1530350"/>
          <p14:tracePt t="19112" x="3759200" y="1587500"/>
          <p14:tracePt t="19120" x="3957638" y="1651000"/>
          <p14:tracePt t="19127" x="4129088" y="1701800"/>
          <p14:tracePt t="19133" x="4319588" y="1765300"/>
          <p14:tracePt t="19140" x="4492625" y="1803400"/>
          <p14:tracePt t="19147" x="4664075" y="1847850"/>
          <p14:tracePt t="19154" x="4849813" y="1885950"/>
          <p14:tracePt t="19161" x="5014913" y="1905000"/>
          <p14:tracePt t="19169" x="5180013" y="1938338"/>
          <p14:tracePt t="19177" x="5365750" y="1970088"/>
          <p14:tracePt t="19182" x="5492750" y="1982788"/>
          <p14:tracePt t="19189" x="5626100" y="2001838"/>
          <p14:tracePt t="19196" x="5773738" y="2020888"/>
          <p14:tracePt t="19203" x="5907088" y="2039938"/>
          <p14:tracePt t="19211" x="6002338" y="2052638"/>
          <p14:tracePt t="19217" x="6084888" y="2071688"/>
          <p14:tracePt t="19224" x="6154738" y="2084388"/>
          <p14:tracePt t="19231" x="6213475" y="2084388"/>
          <p14:tracePt t="19238" x="6257925" y="2090738"/>
          <p14:tracePt t="19245" x="6283325" y="2090738"/>
          <p14:tracePt t="19252" x="6302375" y="2090738"/>
          <p14:tracePt t="19261" x="6315075" y="2090738"/>
          <p14:tracePt t="19273" x="6321425" y="2090738"/>
          <p14:tracePt t="19287" x="6327775" y="2090738"/>
          <p14:tracePt t="19300" x="6334125" y="2090738"/>
          <p14:tracePt t="19321" x="6340475" y="2084388"/>
          <p14:tracePt t="19335" x="6353175" y="2078038"/>
          <p14:tracePt t="19342" x="6359525" y="2071688"/>
          <p14:tracePt t="19349" x="6365875" y="2058988"/>
          <p14:tracePt t="19357" x="6372225" y="2058988"/>
          <p14:tracePt t="19363" x="6378575" y="2052638"/>
          <p14:tracePt t="19371" x="6378575" y="2046288"/>
          <p14:tracePt t="19377" x="6384925" y="2039938"/>
          <p14:tracePt t="19391" x="6384925" y="2033588"/>
          <p14:tracePt t="19400" x="6391275" y="2027238"/>
          <p14:tracePt t="19405" x="6391275" y="2014538"/>
          <p14:tracePt t="19412" x="6391275" y="1995488"/>
          <p14:tracePt t="19419" x="6391275" y="1957388"/>
          <p14:tracePt t="19426" x="6378575" y="1911350"/>
          <p14:tracePt t="19434" x="6365875" y="1860550"/>
          <p14:tracePt t="19439" x="6353175" y="1822450"/>
          <p14:tracePt t="19448" x="6334125" y="1784350"/>
          <p14:tracePt t="19454" x="6327775" y="1765300"/>
          <p14:tracePt t="19460" x="6315075" y="1746250"/>
          <p14:tracePt t="19468" x="6302375" y="1733550"/>
          <p14:tracePt t="19474" x="6289675" y="1720850"/>
          <p14:tracePt t="19482" x="6283325" y="1708150"/>
          <p14:tracePt t="19488" x="6270625" y="1695450"/>
          <p14:tracePt t="19497" x="6264275" y="1689100"/>
          <p14:tracePt t="19502" x="6251575" y="1682750"/>
          <p14:tracePt t="19509" x="6245225" y="1670050"/>
          <p14:tracePt t="19516" x="6238875" y="1663700"/>
          <p14:tracePt t="19523" x="6226175" y="1651000"/>
          <p14:tracePt t="19530" x="6219825" y="1644650"/>
          <p14:tracePt t="19539" x="6219825" y="1638300"/>
          <p14:tracePt t="19545" x="6213475" y="1638300"/>
          <p14:tracePt t="19551" x="6207125" y="1631950"/>
          <p14:tracePt t="19558" x="6200775" y="1625600"/>
          <p14:tracePt t="19565" x="6194425" y="1619250"/>
          <p14:tracePt t="19572" x="6188075" y="1619250"/>
          <p14:tracePt t="19586" x="6181725" y="1612900"/>
          <p14:tracePt t="19594" x="6175375" y="1606550"/>
          <p14:tracePt t="19600" x="6167438" y="1606550"/>
          <p14:tracePt t="19607" x="6161088" y="1600200"/>
          <p14:tracePt t="19613" x="6154738" y="1600200"/>
          <p14:tracePt t="19620" x="6148388" y="1600200"/>
          <p14:tracePt t="19628" x="6148388" y="1593850"/>
          <p14:tracePt t="19635" x="6142038" y="1587500"/>
          <p14:tracePt t="19643" x="6135688" y="1587500"/>
          <p14:tracePt t="19648" x="6129338" y="1581150"/>
          <p14:tracePt t="19655" x="6122988" y="1581150"/>
          <p14:tracePt t="19662" x="6116638" y="1581150"/>
          <p14:tracePt t="19669" x="6110288" y="1574800"/>
          <p14:tracePt t="19678" x="6103938" y="1568450"/>
          <p14:tracePt t="19684" x="6097588" y="1568450"/>
          <p14:tracePt t="19691" x="6084888" y="1555750"/>
          <p14:tracePt t="19697" x="6072188" y="1555750"/>
          <p14:tracePt t="19705" x="6053138" y="1549400"/>
          <p14:tracePt t="19711" x="6040438" y="1536700"/>
          <p14:tracePt t="19719" x="6015038" y="1530350"/>
          <p14:tracePt t="19726" x="5989638" y="1517650"/>
          <p14:tracePt t="19732" x="5970588" y="1511300"/>
          <p14:tracePt t="19739" x="5932488" y="1497013"/>
          <p14:tracePt t="19746" x="5907088" y="1484313"/>
          <p14:tracePt t="19753" x="5875338" y="1471613"/>
          <p14:tracePt t="19760" x="5843588" y="1465263"/>
          <p14:tracePt t="19767" x="5818188" y="1452563"/>
          <p14:tracePt t="19776" x="5792788" y="1446213"/>
          <p14:tracePt t="19781" x="5761038" y="1433513"/>
          <p14:tracePt t="19788" x="5741988" y="1433513"/>
          <p14:tracePt t="19794" x="5722938" y="1427163"/>
          <p14:tracePt t="19801" x="5708650" y="1420813"/>
          <p14:tracePt t="19809" x="5689600" y="1420813"/>
          <p14:tracePt t="19816" x="5676900" y="1420813"/>
          <p14:tracePt t="19823" x="5664200" y="1414463"/>
          <p14:tracePt t="19830" x="5651500" y="1414463"/>
          <p14:tracePt t="19837" x="5632450" y="1414463"/>
          <p14:tracePt t="19843" x="5619750" y="1414463"/>
          <p14:tracePt t="19850" x="5613400" y="1414463"/>
          <p14:tracePt t="19858" x="5600700" y="1414463"/>
          <p14:tracePt t="19866" x="5588000" y="1414463"/>
          <p14:tracePt t="19872" x="5575300" y="1414463"/>
          <p14:tracePt t="20192" x="5556250" y="1414463"/>
          <p14:tracePt t="20200" x="5524500" y="1414463"/>
          <p14:tracePt t="20205" x="5492750" y="1414463"/>
          <p14:tracePt t="20212" x="5454650" y="1414463"/>
          <p14:tracePt t="20220" x="5429250" y="1414463"/>
          <p14:tracePt t="20228" x="5403850" y="1414463"/>
          <p14:tracePt t="20234" x="5378450" y="1414463"/>
          <p14:tracePt t="20242" x="5359400" y="1414463"/>
          <p14:tracePt t="20248" x="5346700" y="1414463"/>
          <p14:tracePt t="20254" x="5327650" y="1414463"/>
          <p14:tracePt t="20262" x="5314950" y="1414463"/>
          <p14:tracePt t="20268" x="5308600" y="1414463"/>
          <p14:tracePt t="20275" x="5289550" y="1414463"/>
          <p14:tracePt t="20282" x="5283200" y="1414463"/>
          <p14:tracePt t="20291" x="5270500" y="1414463"/>
          <p14:tracePt t="20297" x="5264150" y="1414463"/>
          <p14:tracePt t="20303" x="5249863" y="1414463"/>
          <p14:tracePt t="20313" x="5237163" y="1420813"/>
          <p14:tracePt t="20323" x="5230813" y="1427163"/>
          <p14:tracePt t="20328" x="5218113" y="1427163"/>
          <p14:tracePt t="20336" x="5205413" y="1433513"/>
          <p14:tracePt t="20340" x="5192713" y="1439863"/>
          <p14:tracePt t="20346" x="5180013" y="1446213"/>
          <p14:tracePt t="20352" x="5173663" y="1452563"/>
          <p14:tracePt t="20360" x="5160963" y="1458913"/>
          <p14:tracePt t="20365" x="5154613" y="1458913"/>
          <p14:tracePt t="20372" x="5148263" y="1458913"/>
          <p14:tracePt t="20383" x="5141913" y="1465263"/>
          <p14:tracePt t="20387" x="5135563" y="1465263"/>
          <p14:tracePt t="20397" x="5135563" y="1471613"/>
          <p14:tracePt t="20400" x="5129213" y="1471613"/>
          <p14:tracePt t="20414" x="5129213" y="1477963"/>
          <p14:tracePt t="20422" x="5122863" y="1477963"/>
          <p14:tracePt t="20442" x="5122863" y="1484313"/>
          <p14:tracePt t="24838" x="5141913" y="1490663"/>
          <p14:tracePt t="24844" x="5192713" y="1511300"/>
          <p14:tracePt t="24850" x="5283200" y="1536700"/>
          <p14:tracePt t="24859" x="5378450" y="1555750"/>
          <p14:tracePt t="24865" x="5530850" y="1587500"/>
          <p14:tracePt t="24872" x="5695950" y="1606550"/>
          <p14:tracePt t="24878" x="5856288" y="1625600"/>
          <p14:tracePt t="24885" x="6040438" y="1644650"/>
          <p14:tracePt t="24892" x="6200775" y="1651000"/>
          <p14:tracePt t="24899" x="6321425" y="1651000"/>
          <p14:tracePt t="24906" x="6416675" y="1651000"/>
          <p14:tracePt t="24914" x="6492875" y="1651000"/>
          <p14:tracePt t="24920" x="6556375" y="1657350"/>
          <p14:tracePt t="24927" x="6607175" y="1657350"/>
          <p14:tracePt t="24934" x="6659563" y="1657350"/>
          <p14:tracePt t="24941" x="6697663" y="1657350"/>
          <p14:tracePt t="24948" x="6723063" y="1657350"/>
          <p14:tracePt t="24956" x="6761163" y="1651000"/>
          <p14:tracePt t="24962" x="6792913" y="1644650"/>
          <p14:tracePt t="24971" x="6837363" y="1638300"/>
          <p14:tracePt t="24976" x="6881813" y="1625600"/>
          <p14:tracePt t="24983" x="6932613" y="1619250"/>
          <p14:tracePt t="24989" x="6989763" y="1612900"/>
          <p14:tracePt t="24999" x="7027863" y="1606550"/>
          <p14:tracePt t="25005" x="7072313" y="1600200"/>
          <p14:tracePt t="25011" x="7112000" y="1600200"/>
          <p14:tracePt t="25017" x="7143750" y="1600200"/>
          <p14:tracePt t="25024" x="7181850" y="1600200"/>
          <p14:tracePt t="25032" x="7207250" y="1600200"/>
          <p14:tracePt t="25039" x="7226300" y="1600200"/>
          <p14:tracePt t="25046" x="7245350" y="1600200"/>
          <p14:tracePt t="25054" x="7264400" y="1600200"/>
          <p14:tracePt t="25060" x="7277100" y="1600200"/>
          <p14:tracePt t="25066" x="7283450" y="1600200"/>
          <p14:tracePt t="25073" x="7289800" y="1600200"/>
          <p14:tracePt t="25088" x="7296150" y="1600200"/>
          <p14:tracePt t="25296" x="7359650" y="1600200"/>
          <p14:tracePt t="25303" x="7435850" y="1612900"/>
          <p14:tracePt t="25310" x="7499350" y="1625600"/>
          <p14:tracePt t="25317" x="7558088" y="1631950"/>
          <p14:tracePt t="25324" x="7602538" y="1638300"/>
          <p14:tracePt t="25333" x="7621588" y="1638300"/>
          <p14:tracePt t="25338" x="7640638" y="1638300"/>
          <p14:tracePt t="25345" x="7646988" y="1638300"/>
          <p14:tracePt t="25353" x="7653338" y="1638300"/>
          <p14:tracePt t="25359" x="7659688" y="1638300"/>
          <p14:tracePt t="25373" x="7666038" y="1638300"/>
          <p14:tracePt t="25394" x="7672388" y="1638300"/>
          <p14:tracePt t="25408" x="7678738" y="1638300"/>
          <p14:tracePt t="25443" x="7685088" y="1631950"/>
          <p14:tracePt t="25456" x="7685088" y="1625600"/>
          <p14:tracePt t="25471" x="7691438" y="1625600"/>
          <p14:tracePt t="25492" x="7691438" y="1619250"/>
          <p14:tracePt t="25498" x="7704138" y="1619250"/>
          <p14:tracePt t="25512" x="7716838" y="1612900"/>
          <p14:tracePt t="25520" x="7735888" y="1606550"/>
          <p14:tracePt t="25526" x="7767638" y="1593850"/>
          <p14:tracePt t="25533" x="7818438" y="1581150"/>
          <p14:tracePt t="25540" x="7894638" y="1562100"/>
          <p14:tracePt t="25547" x="7989888" y="1549400"/>
          <p14:tracePt t="25554" x="8093075" y="1530350"/>
          <p14:tracePt t="25563" x="8201025" y="1524000"/>
          <p14:tracePt t="25569" x="8283575" y="1511300"/>
          <p14:tracePt t="25576" x="8353425" y="1511300"/>
          <p14:tracePt t="25583" x="8423275" y="1504950"/>
          <p14:tracePt t="25589" x="8462963" y="1497013"/>
          <p14:tracePt t="25596" x="8501063" y="1497013"/>
          <p14:tracePt t="25603" x="8526463" y="1497013"/>
          <p14:tracePt t="25613" x="8545513" y="1497013"/>
          <p14:tracePt t="25618" x="8558213" y="1497013"/>
          <p14:tracePt t="25626" x="8564563" y="1497013"/>
          <p14:tracePt t="25631" x="8577263" y="1497013"/>
          <p14:tracePt t="25645" x="8583613" y="1497013"/>
          <p14:tracePt t="25661" x="8589963" y="1497013"/>
          <p14:tracePt t="25680" x="8596313" y="1497013"/>
          <p14:tracePt t="25686" x="8596313" y="1490663"/>
          <p14:tracePt t="25708" x="8602663" y="1490663"/>
          <p14:tracePt t="25728" x="8602663" y="1484313"/>
          <p14:tracePt t="25756" x="8602663" y="1477963"/>
          <p14:tracePt t="25763" x="8596313" y="1471613"/>
          <p14:tracePt t="25770" x="8583613" y="1465263"/>
          <p14:tracePt t="25777" x="8564563" y="1452563"/>
          <p14:tracePt t="25784" x="8513763" y="1427163"/>
          <p14:tracePt t="25791" x="8462963" y="1382713"/>
          <p14:tracePt t="25799" x="8404225" y="1331913"/>
          <p14:tracePt t="25805" x="8340725" y="1293813"/>
          <p14:tracePt t="25811" x="8296275" y="1249363"/>
          <p14:tracePt t="25818" x="8258175" y="1223963"/>
          <p14:tracePt t="25825" x="8232775" y="1211263"/>
          <p14:tracePt t="25833" x="8226425" y="1198563"/>
          <p14:tracePt t="25840" x="8213725" y="1192213"/>
          <p14:tracePt t="25848" x="8207375" y="1185863"/>
          <p14:tracePt t="25854" x="8201025" y="1185863"/>
          <p14:tracePt t="25860" x="8194675" y="1179513"/>
          <p14:tracePt t="25874" x="8188325" y="1179513"/>
          <p14:tracePt t="25888" x="8181975" y="1173163"/>
          <p14:tracePt t="25902" x="8175625" y="1173163"/>
          <p14:tracePt t="25916" x="8169275" y="1173163"/>
          <p14:tracePt t="25937" x="8162925" y="1173163"/>
          <p14:tracePt t="25945" x="8156575" y="1173163"/>
          <p14:tracePt t="25972" x="8150225" y="1173163"/>
          <p14:tracePt t="26007" x="8143875" y="1173163"/>
          <p14:tracePt t="26064" x="8143875" y="1166813"/>
          <p14:tracePt t="26069" x="8137525" y="1166813"/>
          <p14:tracePt t="26091" x="8137525" y="1160463"/>
          <p14:tracePt t="26097" x="8131175" y="1160463"/>
          <p14:tracePt t="26120" x="8124825" y="1160463"/>
          <p14:tracePt t="26127" x="8118475" y="1154113"/>
          <p14:tracePt t="26133" x="8099425" y="1154113"/>
          <p14:tracePt t="26139" x="8074025" y="1147763"/>
          <p14:tracePt t="26146" x="8029575" y="1141413"/>
          <p14:tracePt t="26154" x="7958138" y="1135063"/>
          <p14:tracePt t="26160" x="7881938" y="1122363"/>
          <p14:tracePt t="26171" x="7805738" y="1109663"/>
          <p14:tracePt t="26178" x="7735888" y="1103313"/>
          <p14:tracePt t="26181" x="7685088" y="1096963"/>
          <p14:tracePt t="26187" x="7653338" y="1090613"/>
          <p14:tracePt t="26195" x="7615238" y="1084263"/>
          <p14:tracePt t="26203" x="7589838" y="1084263"/>
          <p14:tracePt t="26209" x="7564438" y="1077913"/>
          <p14:tracePt t="26217" x="7531100" y="1077913"/>
          <p14:tracePt t="26223" x="7518400" y="1077913"/>
          <p14:tracePt t="26229" x="7493000" y="1077913"/>
          <p14:tracePt t="26237" x="7473950" y="1077913"/>
          <p14:tracePt t="26243" x="7442200" y="1077913"/>
          <p14:tracePt t="26250" x="7410450" y="1077913"/>
          <p14:tracePt t="26258" x="7366000" y="1084263"/>
          <p14:tracePt t="26265" x="7321550" y="1090613"/>
          <p14:tracePt t="26271" x="7251700" y="1103313"/>
          <p14:tracePt t="26278" x="7194550" y="1109663"/>
          <p14:tracePt t="26285" x="7131050" y="1122363"/>
          <p14:tracePt t="26292" x="7085013" y="1128713"/>
          <p14:tracePt t="26299" x="7053263" y="1135063"/>
          <p14:tracePt t="26308" x="7021513" y="1141413"/>
          <p14:tracePt t="26314" x="7002463" y="1141413"/>
          <p14:tracePt t="26320" x="6996113" y="1147763"/>
          <p14:tracePt t="26327" x="6989763" y="1147763"/>
          <p14:tracePt t="26334" x="6983413" y="1147763"/>
          <p14:tracePt t="26342" x="6977063" y="1147763"/>
          <p14:tracePt t="26348" x="6977063" y="1154113"/>
          <p14:tracePt t="26362" x="6977063" y="1160463"/>
          <p14:tracePt t="26376" x="6977063" y="1166813"/>
          <p14:tracePt t="26383" x="6977063" y="1173163"/>
          <p14:tracePt t="26398" x="6977063" y="1179513"/>
          <p14:tracePt t="26405" x="6977063" y="1185863"/>
          <p14:tracePt t="26411" x="6977063" y="1192213"/>
          <p14:tracePt t="26418" x="6977063" y="1204913"/>
          <p14:tracePt t="26424" x="6977063" y="1223963"/>
          <p14:tracePt t="26432" x="6977063" y="1249363"/>
          <p14:tracePt t="26439" x="6977063" y="1293813"/>
          <p14:tracePt t="26448" x="6970713" y="1344613"/>
          <p14:tracePt t="26453" x="6970713" y="1395413"/>
          <p14:tracePt t="26460" x="6964363" y="1458913"/>
          <p14:tracePt t="26466" x="6958013" y="1517650"/>
          <p14:tracePt t="26473" x="6958013" y="1562100"/>
          <p14:tracePt t="26481" x="6958013" y="1593850"/>
          <p14:tracePt t="26488" x="6958013" y="1631950"/>
          <p14:tracePt t="26496" x="6958013" y="1657350"/>
          <p14:tracePt t="26502" x="6958013" y="1682750"/>
          <p14:tracePt t="26509" x="6958013" y="1701800"/>
          <p14:tracePt t="26515" x="6964363" y="1720850"/>
          <p14:tracePt t="26522" x="6964363" y="1739900"/>
          <p14:tracePt t="26529" x="6964363" y="1752600"/>
          <p14:tracePt t="26536" x="6964363" y="1758950"/>
          <p14:tracePt t="26545" x="6964363" y="1771650"/>
          <p14:tracePt t="26550" x="6964363" y="1778000"/>
          <p14:tracePt t="26557" x="6964363" y="1797050"/>
          <p14:tracePt t="26564" x="6964363" y="1809750"/>
          <p14:tracePt t="26571" x="6964363" y="1828800"/>
          <p14:tracePt t="26578" x="6964363" y="1847850"/>
          <p14:tracePt t="26585" x="6964363" y="1873250"/>
          <p14:tracePt t="26592" x="6964363" y="1898650"/>
          <p14:tracePt t="26599" x="6964363" y="1931988"/>
          <p14:tracePt t="26605" x="6964363" y="1976438"/>
          <p14:tracePt t="26613" x="6964363" y="2008188"/>
          <p14:tracePt t="26619" x="6970713" y="2046288"/>
          <p14:tracePt t="26627" x="6970713" y="2071688"/>
          <p14:tracePt t="26637" x="6970713" y="2109788"/>
          <p14:tracePt t="26641" x="6977063" y="2135188"/>
          <p14:tracePt t="26648" x="6977063" y="2166938"/>
          <p14:tracePt t="26655" x="6983413" y="2198688"/>
          <p14:tracePt t="26661" x="6983413" y="2224088"/>
          <p14:tracePt t="26668" x="6989763" y="2255838"/>
          <p14:tracePt t="26675" x="6989763" y="2287588"/>
          <p14:tracePt t="26684" x="6989763" y="2312988"/>
          <p14:tracePt t="26690" x="6996113" y="2338388"/>
          <p14:tracePt t="26696" x="6996113" y="2365375"/>
          <p14:tracePt t="26703" x="7002463" y="2390775"/>
          <p14:tracePt t="26710" x="7002463" y="2409825"/>
          <p14:tracePt t="26717" x="7008813" y="2428875"/>
          <p14:tracePt t="26724" x="7008813" y="2447925"/>
          <p14:tracePt t="26732" x="7008813" y="2466975"/>
          <p14:tracePt t="26738" x="7008813" y="2492375"/>
          <p14:tracePt t="26745" x="7008813" y="2517775"/>
          <p14:tracePt t="26753" x="7015163" y="2536825"/>
          <p14:tracePt t="26759" x="7015163" y="2555875"/>
          <p14:tracePt t="26766" x="7015163" y="2581275"/>
          <p14:tracePt t="26775" x="7015163" y="2600325"/>
          <p14:tracePt t="26782" x="7015163" y="2625725"/>
          <p14:tracePt t="26787" x="7015163" y="2644775"/>
          <p14:tracePt t="26794" x="7015163" y="2670175"/>
          <p14:tracePt t="26801" x="7015163" y="2695575"/>
          <p14:tracePt t="26807" x="7015163" y="2714625"/>
          <p14:tracePt t="26815" x="7008813" y="2746375"/>
          <p14:tracePt t="26823" x="7008813" y="2771775"/>
          <p14:tracePt t="26829" x="7008813" y="2811463"/>
          <p14:tracePt t="26835" x="7008813" y="2836863"/>
          <p14:tracePt t="26842" x="7008813" y="2862263"/>
          <p14:tracePt t="26849" x="7002463" y="2894013"/>
          <p14:tracePt t="26856" x="7002463" y="2906713"/>
          <p14:tracePt t="26863" x="6996113" y="2919413"/>
          <p14:tracePt t="26871" x="6996113" y="2925763"/>
          <p14:tracePt t="26877" x="6996113" y="2932113"/>
          <p14:tracePt t="26884" x="6989763" y="2938463"/>
          <p14:tracePt t="26891" x="6989763" y="2944813"/>
          <p14:tracePt t="26906" x="6989763" y="2951163"/>
          <p14:tracePt t="26912" x="6983413" y="2951163"/>
          <p14:tracePt t="26933" x="6977063" y="2951163"/>
          <p14:tracePt t="26940" x="6970713" y="2951163"/>
          <p14:tracePt t="26947" x="6958013" y="2951163"/>
          <p14:tracePt t="26954" x="6951663" y="2944813"/>
          <p14:tracePt t="26962" x="6938963" y="2925763"/>
          <p14:tracePt t="26968" x="6926263" y="2906713"/>
          <p14:tracePt t="26975" x="6913563" y="2874963"/>
          <p14:tracePt t="26982" x="6900863" y="2843213"/>
          <p14:tracePt t="26989" x="6881813" y="2798763"/>
          <p14:tracePt t="26995" x="6869113" y="2689225"/>
          <p14:tracePt t="27002" x="6843713" y="2473325"/>
          <p14:tracePt t="27010" x="6843713" y="2249488"/>
          <p14:tracePt t="27017" x="6843713" y="2058988"/>
          <p14:tracePt t="27023" x="6837363" y="1911350"/>
          <p14:tracePt t="27031" x="6837363" y="1790700"/>
          <p14:tracePt t="27037" x="6837363" y="1714500"/>
          <p14:tracePt t="27048" x="6837363" y="1670050"/>
          <p14:tracePt t="27051" x="6824663" y="1644650"/>
          <p14:tracePt t="27060" x="6818313" y="1625600"/>
          <p14:tracePt t="27066" x="6811963" y="1606550"/>
          <p14:tracePt t="27072" x="6805613" y="1593850"/>
          <p14:tracePt t="27079" x="6792913" y="1581150"/>
          <p14:tracePt t="27086" x="6780213" y="1568450"/>
          <p14:tracePt t="27093" x="6767513" y="1549400"/>
          <p14:tracePt t="27102" x="6754813" y="1530350"/>
          <p14:tracePt t="27108" x="6735763" y="1497013"/>
          <p14:tracePt t="27114" x="6710363" y="1465263"/>
          <p14:tracePt t="27121" x="6684963" y="1420813"/>
          <p14:tracePt t="27128" x="6640513" y="1376363"/>
          <p14:tracePt t="27135" x="6613525" y="1338263"/>
          <p14:tracePt t="27142" x="6588125" y="1300163"/>
          <p14:tracePt t="27150" x="6562725" y="1268413"/>
          <p14:tracePt t="27157" x="6543675" y="1236663"/>
          <p14:tracePt t="27163" x="6524625" y="1217613"/>
          <p14:tracePt t="27170" x="6505575" y="1198563"/>
          <p14:tracePt t="27177" x="6486525" y="1192213"/>
          <p14:tracePt t="27184" x="6467475" y="1179513"/>
          <p14:tracePt t="27193" x="6448425" y="1166813"/>
          <p14:tracePt t="27198" x="6429375" y="1166813"/>
          <p14:tracePt t="27205" x="6397625" y="1160463"/>
          <p14:tracePt t="27212" x="6372225" y="1154113"/>
          <p14:tracePt t="27219" x="6334125" y="1154113"/>
          <p14:tracePt t="27226" x="6296025" y="1160463"/>
          <p14:tracePt t="27233" x="6232525" y="1166813"/>
          <p14:tracePt t="27241" x="6154738" y="1173163"/>
          <p14:tracePt t="27247" x="6072188" y="1185863"/>
          <p14:tracePt t="27253" x="5989638" y="1204913"/>
          <p14:tracePt t="27260" x="5894388" y="1223963"/>
          <p14:tracePt t="27267" x="5811838" y="1236663"/>
          <p14:tracePt t="27274" x="5729288" y="1255713"/>
          <p14:tracePt t="27281" x="5626100" y="1281113"/>
          <p14:tracePt t="27290" x="5549900" y="1300163"/>
          <p14:tracePt t="27295" x="5473700" y="1312863"/>
          <p14:tracePt t="27302" x="5403850" y="1331913"/>
          <p14:tracePt t="27309" x="5334000" y="1344613"/>
          <p14:tracePt t="27316" x="5276850" y="1357313"/>
          <p14:tracePt t="27323" x="5218113" y="1370013"/>
          <p14:tracePt t="27330" x="5186363" y="1376363"/>
          <p14:tracePt t="27338" x="5148263" y="1382713"/>
          <p14:tracePt t="27345" x="5135563" y="1389063"/>
          <p14:tracePt t="27351" x="5116513" y="1389063"/>
          <p14:tracePt t="27358" x="5103813" y="1389063"/>
          <p14:tracePt t="27365" x="5091113" y="1395413"/>
          <p14:tracePt t="27372" x="5084763" y="1401763"/>
          <p14:tracePt t="27380" x="5078413" y="1401763"/>
          <p14:tracePt t="27387" x="5072063" y="1408113"/>
          <p14:tracePt t="27393" x="5065713" y="1414463"/>
          <p14:tracePt t="27400" x="5059363" y="1414463"/>
          <p14:tracePt t="27637" x="5008563" y="1408113"/>
          <p14:tracePt t="27644" x="4932363" y="1376363"/>
          <p14:tracePt t="27651" x="4849813" y="1357313"/>
          <p14:tracePt t="27662" x="4784725" y="1338263"/>
          <p14:tracePt t="27666" x="4721225" y="1319213"/>
          <p14:tracePt t="27673" x="4657725" y="1293813"/>
          <p14:tracePt t="27679" x="4613275" y="1281113"/>
          <p14:tracePt t="27685" x="4587875" y="1274763"/>
          <p14:tracePt t="27692" x="4568825" y="1268413"/>
          <p14:tracePt t="27699" x="4556125" y="1262063"/>
          <p14:tracePt t="27706" x="4549775" y="1262063"/>
          <p14:tracePt t="27714" x="4543425" y="1262063"/>
          <p14:tracePt t="27736" x="4537075" y="1262063"/>
          <p14:tracePt t="27811" x="4530725" y="1262063"/>
          <p14:tracePt t="27839" x="4530725" y="1268413"/>
          <p14:tracePt t="27853" x="4530725" y="1274763"/>
          <p14:tracePt t="27860" x="4530725" y="1281113"/>
          <p14:tracePt t="27866" x="4524375" y="1293813"/>
          <p14:tracePt t="27873" x="4518025" y="1325563"/>
          <p14:tracePt t="27881" x="4505325" y="1357313"/>
          <p14:tracePt t="27887" x="4492625" y="1395413"/>
          <p14:tracePt t="27897" x="4486275" y="1439863"/>
          <p14:tracePt t="27902" x="4479925" y="1484313"/>
          <p14:tracePt t="27908" x="4473575" y="1530350"/>
          <p14:tracePt t="27915" x="4467225" y="1562100"/>
          <p14:tracePt t="27922" x="4460875" y="1600200"/>
          <p14:tracePt t="27929" x="4460875" y="1625600"/>
          <p14:tracePt t="27936" x="4454525" y="1651000"/>
          <p14:tracePt t="27945" x="4454525" y="1670050"/>
          <p14:tracePt t="27950" x="4454525" y="1689100"/>
          <p14:tracePt t="27958" x="4454525" y="1708150"/>
          <p14:tracePt t="27964" x="4454525" y="1727200"/>
          <p14:tracePt t="27971" x="4454525" y="1739900"/>
          <p14:tracePt t="27979" x="4448175" y="1758950"/>
          <p14:tracePt t="27985" x="4448175" y="1778000"/>
          <p14:tracePt t="27993" x="4441825" y="1797050"/>
          <p14:tracePt t="27999" x="4441825" y="1828800"/>
          <p14:tracePt t="28006" x="4441825" y="1866900"/>
          <p14:tracePt t="28013" x="4441825" y="1898650"/>
          <p14:tracePt t="28020" x="4441825" y="1951038"/>
          <p14:tracePt t="28027" x="4441825" y="1995488"/>
          <p14:tracePt t="28036" x="4441825" y="2027238"/>
          <p14:tracePt t="28043" x="4441825" y="2052638"/>
          <p14:tracePt t="28050" x="4441825" y="2090738"/>
          <p14:tracePt t="28055" x="4441825" y="2122488"/>
          <p14:tracePt t="28062" x="4441825" y="2166938"/>
          <p14:tracePt t="28068" x="4448175" y="2211388"/>
          <p14:tracePt t="28076" x="4448175" y="2262188"/>
          <p14:tracePt t="28085" x="4448175" y="2319338"/>
          <p14:tracePt t="28089" x="4448175" y="2365375"/>
          <p14:tracePt t="28096" x="4448175" y="2403475"/>
          <p14:tracePt t="28103" x="4448175" y="2428875"/>
          <p14:tracePt t="28110" x="4454525" y="2454275"/>
          <p14:tracePt t="28117" x="4454525" y="2486025"/>
          <p14:tracePt t="28124" x="4454525" y="2524125"/>
          <p14:tracePt t="28132" x="4460875" y="2568575"/>
          <p14:tracePt t="28138" x="4460875" y="2619375"/>
          <p14:tracePt t="28145" x="4460875" y="2657475"/>
          <p14:tracePt t="28152" x="4460875" y="2695575"/>
          <p14:tracePt t="28159" x="4460875" y="2727325"/>
          <p14:tracePt t="28166" x="4460875" y="2752725"/>
          <p14:tracePt t="28174" x="4460875" y="2771775"/>
          <p14:tracePt t="28180" x="4460875" y="2798763"/>
          <p14:tracePt t="28187" x="4460875" y="2830513"/>
          <p14:tracePt t="28194" x="4460875" y="2862263"/>
          <p14:tracePt t="28200" x="4460875" y="2894013"/>
          <p14:tracePt t="28208" x="4460875" y="2932113"/>
          <p14:tracePt t="28563" x="4467225" y="2976563"/>
          <p14:tracePt t="28577" x="4479925" y="3059113"/>
          <p14:tracePt t="28584" x="4486275" y="3090863"/>
          <p14:tracePt t="28591" x="4486275" y="3109913"/>
          <p14:tracePt t="28599" x="4486275" y="3128963"/>
          <p14:tracePt t="28606" x="4486275" y="3141663"/>
          <p14:tracePt t="28613" x="4486275" y="3154363"/>
          <p14:tracePt t="28619" x="4486275" y="3167063"/>
          <p14:tracePt t="28625" x="4486275" y="3179763"/>
          <p14:tracePt t="28632" x="4486275" y="3198813"/>
          <p14:tracePt t="28640" x="4486275" y="3225800"/>
          <p14:tracePt t="28648" x="4486275" y="3251200"/>
          <p14:tracePt t="28653" x="4486275" y="3289300"/>
          <p14:tracePt t="28660" x="4486275" y="3321050"/>
          <p14:tracePt t="28667" x="4486275" y="3359150"/>
          <p14:tracePt t="28674" x="4486275" y="3384550"/>
          <p14:tracePt t="28681" x="4486275" y="3416300"/>
          <p14:tracePt t="28690" x="4486275" y="3454400"/>
          <p14:tracePt t="28696" x="4486275" y="3498850"/>
          <p14:tracePt t="28703" x="4492625" y="3543300"/>
          <p14:tracePt t="28709" x="4492625" y="3581400"/>
          <p14:tracePt t="28716" x="4498975" y="3619500"/>
          <p14:tracePt t="28723" x="4505325" y="3646488"/>
          <p14:tracePt t="28730" x="4505325" y="3671888"/>
          <p14:tracePt t="28738" x="4505325" y="3690938"/>
          <p14:tracePt t="28745" x="4505325" y="3709988"/>
          <p14:tracePt t="28751" x="4505325" y="3729038"/>
          <p14:tracePt t="28758" x="4505325" y="3741738"/>
          <p14:tracePt t="28765" x="4505325" y="3754438"/>
          <p14:tracePt t="28772" x="4505325" y="3773488"/>
          <p14:tracePt t="28782" x="4498975" y="3792538"/>
          <p14:tracePt t="28786" x="4492625" y="3811588"/>
          <p14:tracePt t="28793" x="4486275" y="3836988"/>
          <p14:tracePt t="28800" x="4486275" y="3856038"/>
          <p14:tracePt t="28807" x="4486275" y="3875088"/>
          <p14:tracePt t="28813" x="4486275" y="3894138"/>
          <p14:tracePt t="28820" x="4479925" y="3919538"/>
          <p14:tracePt t="28829" x="4479925" y="3932238"/>
          <p14:tracePt t="28835" x="4473575" y="3944938"/>
          <p14:tracePt t="28842" x="4473575" y="3951288"/>
          <p14:tracePt t="28849" x="4473575" y="3957638"/>
          <p14:tracePt t="28855" x="4473575" y="3970338"/>
          <p14:tracePt t="28869" x="4473575" y="3976688"/>
          <p14:tracePt t="28878" x="4473575" y="3983038"/>
          <p14:tracePt t="28884" x="4473575" y="3989388"/>
          <p14:tracePt t="28897" x="4473575" y="3995738"/>
          <p14:tracePt t="28905" x="4473575" y="4002088"/>
          <p14:tracePt t="28911" x="4473575" y="4008438"/>
          <p14:tracePt t="28918" x="4473575" y="4014788"/>
          <p14:tracePt t="28926" x="4473575" y="4027488"/>
          <p14:tracePt t="28932" x="4479925" y="4033838"/>
          <p14:tracePt t="28943" x="4486275" y="4046538"/>
          <p14:tracePt t="28949" x="4492625" y="4059238"/>
          <p14:tracePt t="28954" x="4505325" y="4065588"/>
          <p14:tracePt t="28960" x="4511675" y="4079875"/>
          <p14:tracePt t="28967" x="4530725" y="4105275"/>
          <p14:tracePt t="28974" x="4543425" y="4124325"/>
          <p14:tracePt t="28980" x="4562475" y="4143375"/>
          <p14:tracePt t="28987" x="4575175" y="4156075"/>
          <p14:tracePt t="28994" x="4600575" y="4181475"/>
          <p14:tracePt t="29001" x="4619625" y="4194175"/>
          <p14:tracePt t="29009" x="4638675" y="4219575"/>
          <p14:tracePt t="29017" x="4657725" y="4232275"/>
          <p14:tracePt t="29023" x="4670425" y="4251325"/>
          <p14:tracePt t="29030" x="4695825" y="4257675"/>
          <p14:tracePt t="29037" x="4708525" y="4270375"/>
          <p14:tracePt t="29043" x="4733925" y="4289425"/>
          <p14:tracePt t="29050" x="4752975" y="4302125"/>
          <p14:tracePt t="29057" x="4778375" y="4321175"/>
          <p14:tracePt t="29066" x="4830763" y="4333875"/>
          <p14:tracePt t="29071" x="4875213" y="4346575"/>
          <p14:tracePt t="29078" x="4938713" y="4359275"/>
          <p14:tracePt t="29085" x="4995863" y="4365625"/>
          <p14:tracePt t="29092" x="5046663" y="4371975"/>
          <p14:tracePt t="29099" x="5103813" y="4378325"/>
          <p14:tracePt t="29106" x="5160963" y="4378325"/>
          <p14:tracePt t="29115" x="5230813" y="4384675"/>
          <p14:tracePt t="29120" x="5302250" y="4384675"/>
          <p14:tracePt t="29127" x="5365750" y="4384675"/>
          <p14:tracePt t="29134" x="5416550" y="4384675"/>
          <p14:tracePt t="29141" x="5454650" y="4384675"/>
          <p14:tracePt t="29148" x="5480050" y="4384675"/>
          <p14:tracePt t="29155" x="5505450" y="4384675"/>
          <p14:tracePt t="29163" x="5543550" y="4384675"/>
          <p14:tracePt t="29169" x="5575300" y="4384675"/>
          <p14:tracePt t="29176" x="5632450" y="4384675"/>
          <p14:tracePt t="29182" x="5708650" y="4384675"/>
          <p14:tracePt t="29189" x="5786438" y="4384675"/>
          <p14:tracePt t="29197" x="5856288" y="4371975"/>
          <p14:tracePt t="29204" x="5932488" y="4365625"/>
          <p14:tracePt t="29210" x="6027738" y="4346575"/>
          <p14:tracePt t="29217" x="6142038" y="4333875"/>
          <p14:tracePt t="29224" x="6238875" y="4327525"/>
          <p14:tracePt t="29231" x="6308725" y="4308475"/>
          <p14:tracePt t="29238" x="6359525" y="4295775"/>
          <p14:tracePt t="29245" x="6410325" y="4289425"/>
          <p14:tracePt t="29253" x="6448425" y="4283075"/>
          <p14:tracePt t="29259" x="6480175" y="4270375"/>
          <p14:tracePt t="29266" x="6499225" y="4270375"/>
          <p14:tracePt t="29273" x="6530975" y="4270375"/>
          <p14:tracePt t="29280" x="6550025" y="4264025"/>
          <p14:tracePt t="29287" x="6562725" y="4257675"/>
          <p14:tracePt t="29294" x="6575425" y="4251325"/>
          <p14:tracePt t="29302" x="6588125" y="4251325"/>
          <p14:tracePt t="29308" x="6594475" y="4251325"/>
          <p14:tracePt t="29314" x="6607175" y="4251325"/>
          <p14:tracePt t="29322" x="6607175" y="4244975"/>
          <p14:tracePt t="29328" x="6613525" y="4244975"/>
          <p14:tracePt t="29335" x="6619875" y="4238625"/>
          <p14:tracePt t="29343" x="6619875" y="4232275"/>
          <p14:tracePt t="29552" x="6697663" y="4181475"/>
          <p14:tracePt t="29559" x="6773863" y="4105275"/>
          <p14:tracePt t="29565" x="6837363" y="4040188"/>
          <p14:tracePt t="29572" x="6888163" y="3970338"/>
          <p14:tracePt t="29582" x="6938963" y="3900488"/>
          <p14:tracePt t="29586" x="6977063" y="3830638"/>
          <p14:tracePt t="29595" x="6996113" y="3786188"/>
          <p14:tracePt t="29600" x="7008813" y="3748088"/>
          <p14:tracePt t="29607" x="7015163" y="3722688"/>
          <p14:tracePt t="29614" x="7015163" y="3703638"/>
          <p14:tracePt t="29621" x="7015163" y="3665538"/>
          <p14:tracePt t="29629" x="7015163" y="3625850"/>
          <p14:tracePt t="29635" x="7015163" y="3556000"/>
          <p14:tracePt t="29642" x="7008813" y="3473450"/>
          <p14:tracePt t="29649" x="7002463" y="3397250"/>
          <p14:tracePt t="29656" x="6989763" y="3308350"/>
          <p14:tracePt t="29663" x="6983413" y="3192463"/>
          <p14:tracePt t="29673" x="6970713" y="3046413"/>
          <p14:tracePt t="29678" x="6964363" y="2938463"/>
          <p14:tracePt t="29684" x="6958013" y="2843213"/>
          <p14:tracePt t="29691" x="6945313" y="2746375"/>
          <p14:tracePt t="29698" x="6945313" y="2644775"/>
          <p14:tracePt t="29704" x="6938963" y="2549525"/>
          <p14:tracePt t="29712" x="6932613" y="2473325"/>
          <p14:tracePt t="29720" x="6926263" y="2422525"/>
          <p14:tracePt t="29725" x="6919913" y="2371725"/>
          <p14:tracePt t="29732" x="6907213" y="2312988"/>
          <p14:tracePt t="29739" x="6907213" y="2249488"/>
          <p14:tracePt t="29746" x="6900863" y="2192338"/>
          <p14:tracePt t="29753" x="6900863" y="2128838"/>
          <p14:tracePt t="29760" x="6900863" y="2090738"/>
          <p14:tracePt t="29770" x="6894513" y="2046288"/>
          <p14:tracePt t="29774" x="6894513" y="2008188"/>
          <p14:tracePt t="29781" x="6888163" y="1970088"/>
          <p14:tracePt t="29788" x="6888163" y="1924050"/>
          <p14:tracePt t="29795" x="6881813" y="1873250"/>
          <p14:tracePt t="29802" x="6881813" y="1822450"/>
          <p14:tracePt t="29809" x="6881813" y="1784350"/>
          <p14:tracePt t="29817" x="6881813" y="1752600"/>
          <p14:tracePt t="29823" x="6875463" y="1720850"/>
          <p14:tracePt t="29830" x="6869113" y="1695450"/>
          <p14:tracePt t="29837" x="6862763" y="1676400"/>
          <p14:tracePt t="29844" x="6850063" y="1663700"/>
          <p14:tracePt t="29850" x="6850063" y="1644650"/>
          <p14:tracePt t="29860" x="6843713" y="1631950"/>
          <p14:tracePt t="29865" x="6831013" y="1612900"/>
          <p14:tracePt t="29871" x="6824663" y="1581150"/>
          <p14:tracePt t="29879" x="6811963" y="1549400"/>
          <p14:tracePt t="29886" x="6799263" y="1504950"/>
          <p14:tracePt t="29893" x="6780213" y="1446213"/>
          <p14:tracePt t="29900" x="6761163" y="1389063"/>
          <p14:tracePt t="29907" x="6742113" y="1344613"/>
          <p14:tracePt t="29913" x="6735763" y="1312863"/>
          <p14:tracePt t="29921" x="6729413" y="1293813"/>
          <p14:tracePt t="29927" x="6723063" y="1281113"/>
          <p14:tracePt t="29934" x="6716713" y="1268413"/>
          <p14:tracePt t="29941" x="6716713" y="1262063"/>
          <p14:tracePt t="29948" x="6716713" y="1255713"/>
          <p14:tracePt t="29956" x="6710363" y="1255713"/>
          <p14:tracePt t="29962" x="6710363" y="1249363"/>
          <p14:tracePt t="30227" x="6581775" y="1249363"/>
          <p14:tracePt t="30238" x="6403975" y="1262063"/>
          <p14:tracePt t="30242" x="6276975" y="1268413"/>
          <p14:tracePt t="30249" x="6154738" y="1268413"/>
          <p14:tracePt t="30256" x="6046788" y="1268413"/>
          <p14:tracePt t="30262" x="5926138" y="1268413"/>
          <p14:tracePt t="30269" x="5818188" y="1268413"/>
          <p14:tracePt t="30276" x="5741988" y="1268413"/>
          <p14:tracePt t="30284" x="5645150" y="1262063"/>
          <p14:tracePt t="30290" x="5562600" y="1255713"/>
          <p14:tracePt t="30297" x="5486400" y="1255713"/>
          <p14:tracePt t="30304" x="5410200" y="1255713"/>
          <p14:tracePt t="30311" x="5353050" y="1255713"/>
          <p14:tracePt t="30317" x="5289550" y="1255713"/>
          <p14:tracePt t="30326" x="5237163" y="1255713"/>
          <p14:tracePt t="30333" x="5186363" y="1255713"/>
          <p14:tracePt t="30339" x="5148263" y="1255713"/>
          <p14:tracePt t="30346" x="5103813" y="1255713"/>
          <p14:tracePt t="30352" x="5065713" y="1255713"/>
          <p14:tracePt t="30359" x="5040313" y="1255713"/>
          <p14:tracePt t="30367" x="5021263" y="1255713"/>
          <p14:tracePt t="30375" x="4995863" y="1255713"/>
          <p14:tracePt t="30381" x="4983163" y="1255713"/>
          <p14:tracePt t="30387" x="4970463" y="1255713"/>
          <p14:tracePt t="30394" x="4957763" y="1255713"/>
          <p14:tracePt t="30401" x="4945063" y="1255713"/>
          <p14:tracePt t="30408" x="4926013" y="1255713"/>
          <p14:tracePt t="30415" x="4906963" y="1262063"/>
          <p14:tracePt t="30425" x="4894263" y="1262063"/>
          <p14:tracePt t="30429" x="4881563" y="1262063"/>
          <p14:tracePt t="30436" x="4868863" y="1262063"/>
          <p14:tracePt t="30445" x="4862513" y="1262063"/>
          <p14:tracePt t="30450" x="4849813" y="1262063"/>
          <p14:tracePt t="30457" x="4843463" y="1262063"/>
          <p14:tracePt t="30464" x="4837113" y="1262063"/>
          <p14:tracePt t="30473" x="4824413" y="1268413"/>
          <p14:tracePt t="30478" x="4805363" y="1274763"/>
          <p14:tracePt t="30485" x="4784725" y="1274763"/>
          <p14:tracePt t="30491" x="4759325" y="1274763"/>
          <p14:tracePt t="30499" x="4727575" y="1281113"/>
          <p14:tracePt t="30506" x="4695825" y="1287463"/>
          <p14:tracePt t="30514" x="4664075" y="1293813"/>
          <p14:tracePt t="30520" x="4638675" y="1293813"/>
          <p14:tracePt t="30527" x="4619625" y="1300163"/>
          <p14:tracePt t="30533" x="4606925" y="1300163"/>
          <p14:tracePt t="30540" x="4600575" y="1300163"/>
          <p14:tracePt t="30547" x="4587875" y="1300163"/>
          <p14:tracePt t="30562" x="4581525" y="1300163"/>
          <p14:tracePt t="30568" x="4575175" y="1300163"/>
          <p14:tracePt t="30575" x="4568825" y="1300163"/>
          <p14:tracePt t="30590" x="4562475" y="1293813"/>
          <p14:tracePt t="30596" x="4549775" y="1293813"/>
          <p14:tracePt t="30603" x="4537075" y="1287463"/>
          <p14:tracePt t="30610" x="4530725" y="1287463"/>
          <p14:tracePt t="30617" x="4518025" y="1287463"/>
          <p14:tracePt t="30624" x="4505325" y="1287463"/>
          <p14:tracePt t="30631" x="4492625" y="1287463"/>
          <p14:tracePt t="30638" x="4479925" y="1287463"/>
          <p14:tracePt t="30645" x="4473575" y="1287463"/>
          <p14:tracePt t="30654" x="4467225" y="1287463"/>
          <p14:tracePt t="30659" x="4460875" y="1287463"/>
          <p14:tracePt t="30674" x="4454525" y="1287463"/>
          <p14:tracePt t="30679" x="4448175" y="1287463"/>
          <p14:tracePt t="30729" x="4448175" y="1293813"/>
          <p14:tracePt t="30735" x="4448175" y="1300163"/>
          <p14:tracePt t="30744" x="4454525" y="1312863"/>
          <p14:tracePt t="30751" x="4454525" y="1357313"/>
          <p14:tracePt t="30756" x="4454525" y="1414463"/>
          <p14:tracePt t="30763" x="4441825" y="1524000"/>
          <p14:tracePt t="30770" x="4441825" y="1695450"/>
          <p14:tracePt t="30777" x="4435475" y="1905000"/>
          <p14:tracePt t="30784" x="4422775" y="2116138"/>
          <p14:tracePt t="30792" x="4422775" y="2287588"/>
          <p14:tracePt t="30798" x="4422775" y="2447925"/>
          <p14:tracePt t="30804" x="4422775" y="2587625"/>
          <p14:tracePt t="30812" x="4422775" y="2714625"/>
          <p14:tracePt t="30819" x="4435475" y="2824163"/>
          <p14:tracePt t="30826" x="4448175" y="2906713"/>
          <p14:tracePt t="30833" x="4454525" y="2976563"/>
          <p14:tracePt t="30840" x="4467225" y="3027363"/>
          <p14:tracePt t="30847" x="4473575" y="3084513"/>
          <p14:tracePt t="30854" x="4479925" y="3122613"/>
          <p14:tracePt t="30860" x="4486275" y="3179763"/>
          <p14:tracePt t="30867" x="4492625" y="3219450"/>
          <p14:tracePt t="30874" x="4498975" y="3263900"/>
          <p14:tracePt t="30881" x="4505325" y="3321050"/>
          <p14:tracePt t="30889" x="4511675" y="3352800"/>
          <p14:tracePt t="30895" x="4518025" y="3397250"/>
          <p14:tracePt t="30903" x="4524375" y="3448050"/>
          <p14:tracePt t="30910" x="4524375" y="3505200"/>
          <p14:tracePt t="30917" x="4530725" y="3568700"/>
          <p14:tracePt t="30923" x="4537075" y="3619500"/>
          <p14:tracePt t="30930" x="4537075" y="3671888"/>
          <p14:tracePt t="30938" x="4543425" y="3709988"/>
          <p14:tracePt t="30944" x="4543425" y="3748088"/>
          <p14:tracePt t="30951" x="4543425" y="3786188"/>
          <p14:tracePt t="30959" x="4549775" y="3817938"/>
          <p14:tracePt t="30965" x="4549775" y="3856038"/>
          <p14:tracePt t="30972" x="4549775" y="3887788"/>
          <p14:tracePt t="30980" x="4549775" y="3932238"/>
          <p14:tracePt t="30986" x="4549775" y="3963988"/>
          <p14:tracePt t="30993" x="4549775" y="3983038"/>
          <p14:tracePt t="31000" x="4549775" y="4008438"/>
          <p14:tracePt t="31007" x="4549775" y="4021138"/>
          <p14:tracePt t="31014" x="4549775" y="4033838"/>
          <p14:tracePt t="31021" x="4549775" y="4046538"/>
          <p14:tracePt t="31028" x="4549775" y="4059238"/>
          <p14:tracePt t="31035" x="4549775" y="4073525"/>
          <p14:tracePt t="31041" x="4549775" y="4086225"/>
          <p14:tracePt t="31048" x="4549775" y="4098925"/>
          <p14:tracePt t="31056" x="4549775" y="4117975"/>
          <p14:tracePt t="31062" x="4549775" y="4130675"/>
          <p14:tracePt t="31069" x="4549775" y="4143375"/>
          <p14:tracePt t="31077" x="4549775" y="4156075"/>
          <p14:tracePt t="31084" x="4549775" y="4168775"/>
          <p14:tracePt t="31090" x="4549775" y="4181475"/>
          <p14:tracePt t="31097" x="4556125" y="4194175"/>
          <p14:tracePt t="31104" x="4556125" y="4200525"/>
          <p14:tracePt t="31111" x="4562475" y="4213225"/>
          <p14:tracePt t="31121" x="4575175" y="4225925"/>
          <p14:tracePt t="31125" x="4581525" y="4238625"/>
          <p14:tracePt t="31133" x="4594225" y="4244975"/>
          <p14:tracePt t="31139" x="4619625" y="4264025"/>
          <p14:tracePt t="31146" x="4638675" y="4276725"/>
          <p14:tracePt t="31153" x="4664075" y="4283075"/>
          <p14:tracePt t="31160" x="4702175" y="4289425"/>
          <p14:tracePt t="31169" x="4752975" y="4302125"/>
          <p14:tracePt t="31176" x="4805363" y="4308475"/>
          <p14:tracePt t="31181" x="4894263" y="4321175"/>
          <p14:tracePt t="31188" x="4995863" y="4314825"/>
          <p14:tracePt t="31195" x="5135563" y="4314825"/>
          <p14:tracePt t="31202" x="5321300" y="4295775"/>
          <p14:tracePt t="31209" x="5543550" y="4283075"/>
          <p14:tracePt t="31218" x="5735638" y="4283075"/>
          <p14:tracePt t="31223" x="5976938" y="4283075"/>
          <p14:tracePt t="31230" x="6226175" y="4302125"/>
          <p14:tracePt t="31236" x="6423025" y="4314825"/>
          <p14:tracePt t="31243" x="6634163" y="4333875"/>
          <p14:tracePt t="31250" x="6869113" y="4352925"/>
          <p14:tracePt t="31257" x="7015163" y="4371975"/>
          <p14:tracePt t="31265" x="7137400" y="4371975"/>
          <p14:tracePt t="31272" x="7277100" y="4371975"/>
          <p14:tracePt t="31278" x="7366000" y="4378325"/>
          <p14:tracePt t="31285" x="7435850" y="4378325"/>
          <p14:tracePt t="31292" x="7473950" y="4384675"/>
          <p14:tracePt t="31299" x="7486650" y="4384675"/>
          <p14:tracePt t="31308" x="7499350" y="4384675"/>
          <p14:tracePt t="31320" x="7512050" y="4384675"/>
          <p14:tracePt t="31334" x="7518400" y="4384675"/>
          <p14:tracePt t="31364" x="7524750" y="4384675"/>
          <p14:tracePt t="31383" x="7524750" y="4378325"/>
          <p14:tracePt t="31426" x="7524750" y="4371975"/>
          <p14:tracePt t="31628" x="7499350" y="4257675"/>
          <p14:tracePt t="31635" x="7461250" y="4065588"/>
          <p14:tracePt t="31643" x="7410450" y="3925888"/>
          <p14:tracePt t="31647" x="7391400" y="3843338"/>
          <p14:tracePt t="31654" x="7366000" y="3773488"/>
          <p14:tracePt t="31661" x="7346950" y="3697288"/>
          <p14:tracePt t="31668" x="7315200" y="3568700"/>
          <p14:tracePt t="31675" x="7277100" y="3429000"/>
          <p14:tracePt t="31685" x="7239000" y="3295650"/>
          <p14:tracePt t="31689" x="7219950" y="3078163"/>
          <p14:tracePt t="31697" x="7207250" y="2868613"/>
          <p14:tracePt t="31703" x="7188200" y="2720975"/>
          <p14:tracePt t="31710" x="7188200" y="2613025"/>
          <p14:tracePt t="31717" x="7188200" y="2524125"/>
          <p14:tracePt t="31724" x="7181850" y="2454275"/>
          <p14:tracePt t="31733" x="7181850" y="2409825"/>
          <p14:tracePt t="31738" x="7181850" y="2390775"/>
          <p14:tracePt t="31745" x="7181850" y="2371725"/>
          <p14:tracePt t="31752" x="7181850" y="2365375"/>
          <p14:tracePt t="31758" x="7175500" y="2359025"/>
          <p14:tracePt t="31766" x="7175500" y="2344738"/>
          <p14:tracePt t="31776" x="7175500" y="2338388"/>
          <p14:tracePt t="31780" x="7169150" y="2332038"/>
          <p14:tracePt t="31787" x="7169150" y="2319338"/>
          <p14:tracePt t="31793" x="7162800" y="2300288"/>
          <p14:tracePt t="31801" x="7162800" y="2281238"/>
          <p14:tracePt t="31807" x="7162800" y="2230438"/>
          <p14:tracePt t="31814" x="7156450" y="2160588"/>
          <p14:tracePt t="31823" x="7150100" y="2109788"/>
          <p14:tracePt t="31828" x="7150100" y="2071688"/>
          <p14:tracePt t="31835" x="7143750" y="2033588"/>
          <p14:tracePt t="31842" x="7143750" y="2014538"/>
          <p14:tracePt t="31849" x="7143750" y="1995488"/>
          <p14:tracePt t="31856" x="7137400" y="1976438"/>
          <p14:tracePt t="31863" x="7137400" y="1957388"/>
          <p14:tracePt t="31871" x="7131050" y="1938338"/>
          <p14:tracePt t="31878" x="7131050" y="1911350"/>
          <p14:tracePt t="31884" x="7131050" y="1866900"/>
          <p14:tracePt t="31891" x="7131050" y="1797050"/>
          <p14:tracePt t="31899" x="7131050" y="1720850"/>
          <p14:tracePt t="31905" x="7143750" y="1651000"/>
          <p14:tracePt t="31912" x="7162800" y="1593850"/>
          <p14:tracePt t="31920" x="7169150" y="1543050"/>
          <p14:tracePt t="31926" x="7181850" y="1484313"/>
          <p14:tracePt t="31933" x="7188200" y="1446213"/>
          <p14:tracePt t="31940" x="7188200" y="1408113"/>
          <p14:tracePt t="31947" x="7188200" y="1382713"/>
          <p14:tracePt t="31954" x="7188200" y="1357313"/>
          <p14:tracePt t="31963" x="7188200" y="1344613"/>
          <p14:tracePt t="31968" x="7188200" y="1325563"/>
          <p14:tracePt t="31975" x="7188200" y="1312863"/>
          <p14:tracePt t="31983" x="7188200" y="1306513"/>
          <p14:tracePt t="31988" x="7188200" y="1300163"/>
          <p14:tracePt t="32002" x="7188200" y="1293813"/>
          <p14:tracePt t="32024" x="7188200" y="1287463"/>
          <p14:tracePt t="32031" x="7194550" y="1287463"/>
          <p14:tracePt t="32044" x="7200900" y="1287463"/>
          <p14:tracePt t="32051" x="7207250" y="1287463"/>
          <p14:tracePt t="32414" x="7302500" y="1293813"/>
          <p14:tracePt t="32421" x="7429500" y="1306513"/>
          <p14:tracePt t="32430" x="7545388" y="1325563"/>
          <p14:tracePt t="32435" x="7627938" y="1331913"/>
          <p14:tracePt t="32441" x="7716838" y="1338263"/>
          <p14:tracePt t="32449" x="7767638" y="1338263"/>
          <p14:tracePt t="32455" x="7818438" y="1338263"/>
          <p14:tracePt t="32462" x="7850188" y="1338263"/>
          <p14:tracePt t="32469" x="7875588" y="1338263"/>
          <p14:tracePt t="32478" x="7894638" y="1338263"/>
          <p14:tracePt t="32483" x="7913688" y="1338263"/>
          <p14:tracePt t="32490" x="7926388" y="1338263"/>
          <p14:tracePt t="32497" x="7945438" y="1338263"/>
          <p14:tracePt t="32504" x="7964488" y="1338263"/>
          <p14:tracePt t="32511" x="7989888" y="1338263"/>
          <p14:tracePt t="32518" x="8016875" y="1331913"/>
          <p14:tracePt t="32526" x="8054975" y="1325563"/>
          <p14:tracePt t="32532" x="8086725" y="1319213"/>
          <p14:tracePt t="32539" x="8124825" y="1312863"/>
          <p14:tracePt t="32545" x="8169275" y="1312863"/>
          <p14:tracePt t="32552" x="8201025" y="1306513"/>
          <p14:tracePt t="32560" x="8239125" y="1300163"/>
          <p14:tracePt t="32570" x="8270875" y="1300163"/>
          <p14:tracePt t="32574" x="8296275" y="1300163"/>
          <p14:tracePt t="32581" x="8315325" y="1300163"/>
          <p14:tracePt t="32587" x="8334375" y="1300163"/>
          <p14:tracePt t="32594" x="8353425" y="1300163"/>
          <p14:tracePt t="32601" x="8366125" y="1300163"/>
          <p14:tracePt t="32608" x="8378825" y="1300163"/>
          <p14:tracePt t="32617" x="8391525" y="1300163"/>
          <p14:tracePt t="32623" x="8397875" y="1300163"/>
          <p14:tracePt t="32629" x="8404225" y="1300163"/>
          <p14:tracePt t="32637" x="8410575" y="1300163"/>
          <p14:tracePt t="32643" x="8416925" y="1300163"/>
          <p14:tracePt t="32650" x="8429625" y="1300163"/>
          <p14:tracePt t="32657" x="8435975" y="1300163"/>
          <p14:tracePt t="32665" x="8442325" y="1300163"/>
          <p14:tracePt t="32671" x="8448675" y="1300163"/>
          <p14:tracePt t="32678" x="8462963" y="1300163"/>
          <p14:tracePt t="32685" x="8469313" y="1300163"/>
          <p14:tracePt t="32692" x="8475663" y="1300163"/>
          <p14:tracePt t="32699" x="8488363" y="1300163"/>
          <p14:tracePt t="32706" x="8501063" y="1300163"/>
          <p14:tracePt t="32715" x="8520113" y="1300163"/>
          <p14:tracePt t="32720" x="8539163" y="1293813"/>
          <p14:tracePt t="32727" x="8570913" y="1293813"/>
          <p14:tracePt t="32733" x="8609013" y="1287463"/>
          <p14:tracePt t="32741" x="8640763" y="1281113"/>
          <p14:tracePt t="32748" x="8672513" y="1281113"/>
          <p14:tracePt t="32756" x="8691563" y="1268413"/>
          <p14:tracePt t="32762" x="8704263" y="1268413"/>
          <p14:tracePt t="32769" x="8716963" y="1262063"/>
          <p14:tracePt t="32776" x="8729663" y="1262063"/>
          <p14:tracePt t="32782" x="8736013" y="1262063"/>
          <p14:tracePt t="32789" x="8742363" y="1255713"/>
          <p14:tracePt t="32804" x="8748713" y="1249363"/>
          <p14:tracePt t="32817" x="8755063" y="1249363"/>
          <p14:tracePt t="32852" x="8761413" y="1249363"/>
          <p14:tracePt t="32896" x="8761413" y="1255713"/>
          <p14:tracePt t="32922" x="8761413" y="1262063"/>
          <p14:tracePt t="32936" x="8767763" y="1268413"/>
          <p14:tracePt t="32950" x="8767763" y="1281113"/>
          <p14:tracePt t="32956" x="8767763" y="1300163"/>
          <p14:tracePt t="32963" x="8767763" y="1331913"/>
          <p14:tracePt t="32970" x="8767763" y="1389063"/>
          <p14:tracePt t="32977" x="8767763" y="1465263"/>
          <p14:tracePt t="32984" x="8767763" y="1530350"/>
          <p14:tracePt t="32993" x="8767763" y="1600200"/>
          <p14:tracePt t="32998" x="8767763" y="1676400"/>
          <p14:tracePt t="33005" x="8761413" y="1809750"/>
          <p14:tracePt t="33012" x="8755063" y="1917700"/>
          <p14:tracePt t="33019" x="8755063" y="2008188"/>
          <p14:tracePt t="33026" x="8755063" y="2097088"/>
          <p14:tracePt t="33033" x="8755063" y="2185988"/>
          <p14:tracePt t="33042" x="8755063" y="2281238"/>
          <p14:tracePt t="33047" x="8755063" y="2344738"/>
          <p14:tracePt t="33054" x="8755063" y="2409825"/>
          <p14:tracePt t="33061" x="8755063" y="2460625"/>
          <p14:tracePt t="33068" x="8761413" y="2511425"/>
          <p14:tracePt t="33075" x="8767763" y="2568575"/>
          <p14:tracePt t="33085" x="8774113" y="2638425"/>
          <p14:tracePt t="33088" x="8780463" y="2708275"/>
          <p14:tracePt t="33097" x="8780463" y="2765425"/>
          <p14:tracePt t="33103" x="8786813" y="2855913"/>
          <p14:tracePt t="33361" x="8786813" y="2957513"/>
          <p14:tracePt t="33370" x="8786813" y="3059113"/>
          <p14:tracePt t="33376" x="8793163" y="3148013"/>
          <p14:tracePt t="33381" x="8799513" y="3211513"/>
          <p14:tracePt t="33388" x="8805863" y="3276600"/>
          <p14:tracePt t="33395" x="8818563" y="3321050"/>
          <p14:tracePt t="33402" x="8818563" y="3352800"/>
          <p14:tracePt t="33410" x="8831263" y="3390900"/>
          <p14:tracePt t="33417" x="8837613" y="3416300"/>
          <p14:tracePt t="33423" x="8837613" y="3454400"/>
          <p14:tracePt t="33430" x="8843963" y="3486150"/>
          <p14:tracePt t="33437" x="8843963" y="3530600"/>
          <p14:tracePt t="33444" x="8843963" y="3575050"/>
          <p14:tracePt t="33451" x="8843963" y="3613150"/>
          <p14:tracePt t="33459" x="8843963" y="3652838"/>
          <p14:tracePt t="33465" x="8843963" y="3678238"/>
          <p14:tracePt t="33472" x="8843963" y="3703638"/>
          <p14:tracePt t="33479" x="8843963" y="3729038"/>
          <p14:tracePt t="33486" x="8843963" y="3767138"/>
          <p14:tracePt t="33493" x="8850313" y="3798888"/>
          <p14:tracePt t="33501" x="8850313" y="3843338"/>
          <p14:tracePt t="33508" x="8850313" y="3887788"/>
          <p14:tracePt t="33514" x="8850313" y="3919538"/>
          <p14:tracePt t="33520" x="8850313" y="3944938"/>
          <p14:tracePt t="33527" x="8850313" y="3983038"/>
          <p14:tracePt t="33534" x="8850313" y="4002088"/>
          <p14:tracePt t="33541" x="8850313" y="4021138"/>
          <p14:tracePt t="33550" x="8850313" y="4033838"/>
          <p14:tracePt t="33555" x="8843963" y="4052888"/>
          <p14:tracePt t="33562" x="8843963" y="4073525"/>
          <p14:tracePt t="33569" x="8843963" y="4098925"/>
          <p14:tracePt t="33578" x="8843963" y="4130675"/>
          <p14:tracePt t="33583" x="8843963" y="4175125"/>
          <p14:tracePt t="33592" x="8843963" y="4213225"/>
          <p14:tracePt t="33601" x="8843963" y="4244975"/>
          <p14:tracePt t="33606" x="8850313" y="4270375"/>
          <p14:tracePt t="33613" x="8850313" y="4289425"/>
          <p14:tracePt t="33618" x="8850313" y="4308475"/>
          <p14:tracePt t="33625" x="8856663" y="4314825"/>
          <p14:tracePt t="33631" x="8856663" y="4321175"/>
          <p14:tracePt t="33639" x="8856663" y="4327525"/>
          <p14:tracePt t="33647" x="8856663" y="4333875"/>
          <p14:tracePt t="33653" x="8856663" y="4340225"/>
          <p14:tracePt t="33666" x="8856663" y="4346575"/>
          <p14:tracePt t="33687" x="8856663" y="4352925"/>
          <p14:tracePt t="33701" x="8856663" y="4359275"/>
          <p14:tracePt t="33709" x="8850313" y="4365625"/>
          <p14:tracePt t="33715" x="8843963" y="4371975"/>
          <p14:tracePt t="33722" x="8837613" y="4371975"/>
          <p14:tracePt t="33729" x="8837613" y="4384675"/>
          <p14:tracePt t="33738" x="8824913" y="4391025"/>
          <p14:tracePt t="33744" x="8818563" y="4397375"/>
          <p14:tracePt t="33750" x="8812213" y="4397375"/>
          <p14:tracePt t="33757" x="8805863" y="4403725"/>
          <p14:tracePt t="33764" x="8793163" y="4416425"/>
          <p14:tracePt t="33771" x="8774113" y="4422775"/>
          <p14:tracePt t="33778" x="8742363" y="4435475"/>
          <p14:tracePt t="33787" x="8685213" y="4454525"/>
          <p14:tracePt t="33792" x="8602663" y="4467225"/>
          <p14:tracePt t="33799" x="8507413" y="4492625"/>
          <p14:tracePt t="33806" x="8435975" y="4506913"/>
          <p14:tracePt t="33813" x="8366125" y="4519613"/>
          <p14:tracePt t="33820" x="8289925" y="4519613"/>
          <p14:tracePt t="33827" x="8226425" y="4519613"/>
          <p14:tracePt t="33836" x="8150225" y="4519613"/>
          <p14:tracePt t="33840" x="8067675" y="4519613"/>
          <p14:tracePt t="33848" x="8004175" y="4519613"/>
          <p14:tracePt t="33854" x="7951788" y="4513263"/>
          <p14:tracePt t="33861" x="7900988" y="4506913"/>
          <p14:tracePt t="33868" x="7837488" y="4498975"/>
          <p14:tracePt t="33875" x="7780338" y="4492625"/>
          <p14:tracePt t="33884" x="7716838" y="4486275"/>
          <p14:tracePt t="33889" x="7666038" y="4479925"/>
          <p14:tracePt t="33898" x="7634288" y="4479925"/>
          <p14:tracePt t="33903" x="7608888" y="4479925"/>
          <p14:tracePt t="33910" x="7596188" y="4479925"/>
          <p14:tracePt t="33917" x="7577138" y="4479925"/>
          <p14:tracePt t="33926" x="7564438" y="4479925"/>
          <p14:tracePt t="33931" x="7545388" y="4479925"/>
          <p14:tracePt t="33938" x="7524750" y="4479925"/>
          <p14:tracePt t="33945" x="7499350" y="4479925"/>
          <p14:tracePt t="33961" x="7442200" y="4486275"/>
          <p14:tracePt t="33966" x="7397750" y="4486275"/>
          <p14:tracePt t="33975" x="7353300" y="4486275"/>
          <p14:tracePt t="33981" x="7308850" y="4492625"/>
          <p14:tracePt t="33987" x="7277100" y="4492625"/>
          <p14:tracePt t="33994" x="7245350" y="4492625"/>
          <p14:tracePt t="34001" x="7219950" y="4492625"/>
          <p14:tracePt t="34008" x="7207250" y="4492625"/>
          <p14:tracePt t="34015" x="7194550" y="4492625"/>
          <p14:tracePt t="34024" x="7181850" y="4492625"/>
          <p14:tracePt t="34029" x="7175500" y="4492625"/>
          <p14:tracePt t="34043" x="7169150" y="4492625"/>
          <p14:tracePt t="34056" x="7162800" y="4492625"/>
          <p14:tracePt t="34063" x="7156450" y="4492625"/>
          <p14:tracePt t="34086" x="7150100" y="4492625"/>
          <p14:tracePt t="34092" x="7150100" y="4486275"/>
          <p14:tracePt t="34098" x="7143750" y="4473575"/>
          <p14:tracePt t="34105" x="7137400" y="4460875"/>
          <p14:tracePt t="34113" x="7118350" y="4435475"/>
          <p14:tracePt t="34120" x="7092950" y="4371975"/>
          <p14:tracePt t="34126" x="7053263" y="4302125"/>
          <p14:tracePt t="34133" x="7027863" y="4238625"/>
          <p14:tracePt t="34140" x="7008813" y="4187825"/>
          <p14:tracePt t="34147" x="6983413" y="4130675"/>
          <p14:tracePt t="34154" x="6970713" y="4079875"/>
          <p14:tracePt t="34163" x="6958013" y="4002088"/>
          <p14:tracePt t="34169" x="6951663" y="3906838"/>
          <p14:tracePt t="34176" x="6945313" y="3817938"/>
          <p14:tracePt t="34182" x="6932613" y="3729038"/>
          <p14:tracePt t="34188" x="6932613" y="3613150"/>
          <p14:tracePt t="34196" x="6919913" y="3454400"/>
          <p14:tracePt t="34203" x="6913563" y="3346450"/>
          <p14:tracePt t="34211" x="6913563" y="3270250"/>
          <p14:tracePt t="34217" x="6907213" y="3192463"/>
          <p14:tracePt t="34224" x="6907213" y="3116263"/>
          <p14:tracePt t="34231" x="6907213" y="3027363"/>
          <p14:tracePt t="34237" x="6907213" y="2957513"/>
          <p14:tracePt t="34244" x="6907213" y="2906713"/>
          <p14:tracePt t="34252" x="6907213" y="2862263"/>
          <p14:tracePt t="34259" x="6907213" y="2836863"/>
          <p14:tracePt t="34265" x="6907213" y="2798763"/>
          <p14:tracePt t="34272" x="6907213" y="2752725"/>
          <p14:tracePt t="34279" x="6913563" y="2701925"/>
          <p14:tracePt t="34286" x="6919913" y="2632075"/>
          <p14:tracePt t="34293" x="6926263" y="2574925"/>
          <p14:tracePt t="34302" x="6938963" y="2530475"/>
          <p14:tracePt t="34307" x="6951663" y="2486025"/>
          <p14:tracePt t="34314" x="6964363" y="2441575"/>
          <p14:tracePt t="34321" x="6970713" y="2397125"/>
          <p14:tracePt t="34328" x="6983413" y="2351088"/>
          <p14:tracePt t="34335" x="6996113" y="2300288"/>
          <p14:tracePt t="34344" x="7002463" y="2262188"/>
          <p14:tracePt t="34350" x="7008813" y="2236788"/>
          <p14:tracePt t="34356" x="7008813" y="2217738"/>
          <p14:tracePt t="34364" x="7015163" y="2198688"/>
          <p14:tracePt t="34370" x="7015163" y="2179638"/>
          <p14:tracePt t="34377" x="7015163" y="2166938"/>
          <p14:tracePt t="34384" x="7015163" y="2147888"/>
          <p14:tracePt t="34393" x="7015163" y="2135188"/>
          <p14:tracePt t="34398" x="7015163" y="2109788"/>
          <p14:tracePt t="34405" x="7015163" y="2084388"/>
          <p14:tracePt t="34411" x="7015163" y="2027238"/>
          <p14:tracePt t="34418" x="7008813" y="1917700"/>
          <p14:tracePt t="34425" x="7008813" y="1816100"/>
          <p14:tracePt t="34433" x="7008813" y="1670050"/>
          <p14:tracePt t="34441" x="7027863" y="1471613"/>
          <p14:tracePt t="34448" x="7046913" y="1306513"/>
          <p14:tracePt t="34454" x="7065963" y="1211263"/>
          <p14:tracePt t="34461" x="7072313" y="1141413"/>
          <p14:tracePt t="34467" x="7085013" y="1084263"/>
          <p14:tracePt t="34474" x="7099300" y="1019175"/>
          <p14:tracePt t="34481" x="7105650" y="974725"/>
          <p14:tracePt t="34490" x="7112000" y="949325"/>
          <p14:tracePt t="34495" x="7112000" y="930275"/>
          <p14:tracePt t="34502" x="7112000" y="923925"/>
          <p14:tracePt t="34509" x="7112000" y="911225"/>
          <p14:tracePt t="34558" x="7112000" y="917575"/>
          <p14:tracePt t="34739" x="7181850" y="968375"/>
          <p14:tracePt t="34747" x="7302500" y="1050925"/>
          <p14:tracePt t="34753" x="7435850" y="1128713"/>
          <p14:tracePt t="34760" x="7577138" y="1217613"/>
          <p14:tracePt t="34768" x="7723188" y="1287463"/>
          <p14:tracePt t="34775" x="7869238" y="1344613"/>
          <p14:tracePt t="34782" x="8010525" y="1395413"/>
          <p14:tracePt t="34788" x="8162925" y="1433513"/>
          <p14:tracePt t="34794" x="8296275" y="1458913"/>
          <p14:tracePt t="34802" x="8410575" y="1471613"/>
          <p14:tracePt t="34809" x="8532813" y="1497013"/>
          <p14:tracePt t="34816" x="8609013" y="1504950"/>
          <p14:tracePt t="34823" x="8666163" y="1524000"/>
          <p14:tracePt t="34830" x="8704263" y="1524000"/>
          <p14:tracePt t="34836" x="8729663" y="1530350"/>
          <p14:tracePt t="34844" x="8761413" y="1543050"/>
          <p14:tracePt t="34850" x="8774113" y="1549400"/>
          <p14:tracePt t="34857" x="8780463" y="1549400"/>
          <p14:tracePt t="34866" x="8786813" y="1549400"/>
          <p14:tracePt t="34878" x="8793163" y="1549400"/>
          <p14:tracePt t="34885" x="8799513" y="1549400"/>
          <p14:tracePt t="34914" x="8799513" y="1555750"/>
          <p14:tracePt t="35018" x="8793163" y="1555750"/>
          <p14:tracePt t="35024" x="8793163" y="1549400"/>
          <p14:tracePt t="35032" x="8786813" y="1549400"/>
          <p14:tracePt t="35039" x="8780463" y="1549400"/>
          <p14:tracePt t="35047" x="8774113" y="1549400"/>
          <p14:tracePt t="35054" x="8767763" y="1549400"/>
          <p14:tracePt t="35059" x="8755063" y="1555750"/>
          <p14:tracePt t="35067" x="8723313" y="1593850"/>
          <p14:tracePt t="35073" x="8666163" y="1714500"/>
          <p14:tracePt t="35080" x="8501063" y="2128838"/>
          <p14:tracePt t="35087" x="8397875" y="2492375"/>
          <p14:tracePt t="35096" x="8353425" y="2746375"/>
          <p14:tracePt t="35102" x="8321675" y="2982913"/>
          <p14:tracePt t="35108" x="8296275" y="3211513"/>
          <p14:tracePt t="35115" x="8302625" y="3352800"/>
          <p14:tracePt t="35122" x="8308975" y="3467100"/>
          <p14:tracePt t="35129" x="8308975" y="3549650"/>
          <p14:tracePt t="35136" x="8308975" y="3613150"/>
          <p14:tracePt t="35144" x="8308975" y="3684588"/>
          <p14:tracePt t="35150" x="8308975" y="3729038"/>
          <p14:tracePt t="35157" x="8308975" y="3760788"/>
          <p14:tracePt t="35164" x="8308975" y="3786188"/>
          <p14:tracePt t="35171" x="8302625" y="3811588"/>
          <p14:tracePt t="35178" x="8302625" y="3824288"/>
          <p14:tracePt t="35186" x="8302625" y="3830638"/>
          <p14:tracePt t="35192" x="8296275" y="3836988"/>
          <p14:tracePt t="35199" x="8296275" y="3843338"/>
          <p14:tracePt t="35227" x="8296275" y="3849688"/>
          <p14:tracePt t="35296" x="8289925" y="3843338"/>
          <p14:tracePt t="35303" x="8270875" y="3792538"/>
          <p14:tracePt t="35310" x="8220075" y="3665538"/>
          <p14:tracePt t="35317" x="8074025" y="3251200"/>
          <p14:tracePt t="35325" x="7945438" y="2868613"/>
          <p14:tracePt t="35332" x="7818438" y="2581275"/>
          <p14:tracePt t="35338" x="7723188" y="2338388"/>
          <p14:tracePt t="35345" x="7646988" y="2122488"/>
          <p14:tracePt t="35352" x="7583488" y="1995488"/>
          <p14:tracePt t="35359" x="7537450" y="1924050"/>
          <p14:tracePt t="35366" x="7505700" y="1873250"/>
          <p14:tracePt t="35375" x="7486650" y="1847850"/>
          <p14:tracePt t="35380" x="7461250" y="1822450"/>
          <p14:tracePt t="35387" x="7448550" y="1790700"/>
          <p14:tracePt t="35394" x="7429500" y="1778000"/>
          <p14:tracePt t="35400" x="7416800" y="1752600"/>
          <p14:tracePt t="35407" x="7404100" y="1739900"/>
          <p14:tracePt t="35414" x="7391400" y="1720850"/>
          <p14:tracePt t="35423" x="7372350" y="1695450"/>
          <p14:tracePt t="35429" x="7346950" y="1670050"/>
          <p14:tracePt t="35436" x="7334250" y="1638300"/>
          <p14:tracePt t="35442" x="7308850" y="1606550"/>
          <p14:tracePt t="35449" x="7289800" y="1587500"/>
          <p14:tracePt t="35456" x="7264400" y="1562100"/>
          <p14:tracePt t="35464" x="7251700" y="1549400"/>
          <p14:tracePt t="35472" x="7239000" y="1530350"/>
          <p14:tracePt t="35477" x="7226300" y="1524000"/>
          <p14:tracePt t="35484" x="7219950" y="1517650"/>
          <p14:tracePt t="35491" x="7213600" y="1511300"/>
          <p14:tracePt t="35499" x="7200900" y="1504950"/>
          <p14:tracePt t="35512" x="7188200" y="1497013"/>
          <p14:tracePt t="35533" x="7181850" y="1490663"/>
          <p14:tracePt t="35568" x="7175500" y="1490663"/>
          <p14:tracePt t="35617" x="7175500" y="1497013"/>
          <p14:tracePt t="35630" x="7175500" y="1504950"/>
          <p14:tracePt t="35832" x="7092950" y="1504950"/>
          <p14:tracePt t="35839" x="6926263" y="1484313"/>
          <p14:tracePt t="35848" x="6767513" y="1471613"/>
          <p14:tracePt t="35853" x="6659563" y="1465263"/>
          <p14:tracePt t="35860" x="6550025" y="1458913"/>
          <p14:tracePt t="35867" x="6480175" y="1452563"/>
          <p14:tracePt t="35874" x="6410325" y="1452563"/>
          <p14:tracePt t="35881" x="6353175" y="1452563"/>
          <p14:tracePt t="35890" x="6296025" y="1452563"/>
          <p14:tracePt t="35897" x="6251575" y="1452563"/>
          <p14:tracePt t="35902" x="6213475" y="1452563"/>
          <p14:tracePt t="35909" x="6181725" y="1452563"/>
          <p14:tracePt t="35916" x="6154738" y="1458913"/>
          <p14:tracePt t="35923" x="6122988" y="1465263"/>
          <p14:tracePt t="35930" x="6097588" y="1465263"/>
          <p14:tracePt t="35938" x="6065838" y="1477963"/>
          <p14:tracePt t="35945" x="6040438" y="1484313"/>
          <p14:tracePt t="35951" x="6008688" y="1497013"/>
          <p14:tracePt t="35958" x="5989638" y="1511300"/>
          <p14:tracePt t="35965" x="5970588" y="1511300"/>
          <p14:tracePt t="35972" x="5957888" y="1517650"/>
          <p14:tracePt t="35982" x="5951538" y="1524000"/>
          <p14:tracePt t="35987" x="5938838" y="1524000"/>
          <p14:tracePt t="35999" x="5932488" y="1530350"/>
          <p14:tracePt t="36007" x="5926138" y="1530350"/>
          <p14:tracePt t="36013" x="5926138" y="1536700"/>
          <p14:tracePt t="36030" x="5919788" y="1536700"/>
          <p14:tracePt t="36056" x="5913438" y="1536700"/>
          <p14:tracePt t="36139" x="5913438" y="1543050"/>
          <p14:tracePt t="36181" x="5913438" y="1549400"/>
          <p14:tracePt t="36648" x="5888038" y="1587500"/>
          <p14:tracePt t="36654" x="5843588" y="1670050"/>
          <p14:tracePt t="36661" x="5792788" y="1765300"/>
          <p14:tracePt t="36668" x="5754688" y="1841500"/>
          <p14:tracePt t="36676" x="5716588" y="1892300"/>
          <p14:tracePt t="36684" x="5683250" y="1931988"/>
          <p14:tracePt t="36689" x="5651500" y="1982788"/>
          <p14:tracePt t="36699" x="5619750" y="2033588"/>
          <p14:tracePt t="36704" x="5575300" y="2097088"/>
          <p14:tracePt t="36710" x="5530850" y="2166938"/>
          <p14:tracePt t="36717" x="5486400" y="2249488"/>
          <p14:tracePt t="36724" x="5448300" y="2319338"/>
          <p14:tracePt t="36732" x="5422900" y="2365375"/>
          <p14:tracePt t="36738" x="5384800" y="2416175"/>
          <p14:tracePt t="36745" x="5365750" y="2454275"/>
          <p14:tracePt t="36752" x="5340350" y="2492375"/>
          <p14:tracePt t="36758" x="5334000" y="2517775"/>
          <p14:tracePt t="36766" x="5321300" y="2549525"/>
          <p14:tracePt t="36774" x="5314950" y="2562225"/>
          <p14:tracePt t="36780" x="5308600" y="2568575"/>
          <p14:tracePt t="36787" x="5308600" y="2574925"/>
          <p14:tracePt t="36800" x="5302250" y="2581275"/>
          <p14:tracePt t="36807" x="5302250" y="2587625"/>
          <p14:tracePt t="36829" x="5295900" y="2587625"/>
          <p14:tracePt t="38027" x="5384800" y="2657475"/>
          <p14:tracePt t="38035" x="5562600" y="2792413"/>
          <p14:tracePt t="38042" x="5670550" y="2881313"/>
          <p14:tracePt t="38047" x="5773738" y="2995613"/>
          <p14:tracePt t="38054" x="5856288" y="3078163"/>
          <p14:tracePt t="38061" x="5919788" y="3148013"/>
          <p14:tracePt t="38068" x="5957888" y="3225800"/>
          <p14:tracePt t="38075" x="5989638" y="3276600"/>
          <p14:tracePt t="38085" x="6008688" y="3327400"/>
          <p14:tracePt t="38089" x="6015038" y="3365500"/>
          <p14:tracePt t="38096" x="6021388" y="3403600"/>
          <p14:tracePt t="38103" x="6021388" y="3416300"/>
          <p14:tracePt t="38110" x="6021388" y="3429000"/>
          <p14:tracePt t="38116" x="6021388" y="3435350"/>
          <p14:tracePt t="38123" x="6021388" y="3448050"/>
          <p14:tracePt t="38137" x="6015038" y="3454400"/>
          <p14:tracePt t="38145" x="6015038" y="3460750"/>
          <p14:tracePt t="38159" x="6002338" y="3467100"/>
          <p14:tracePt t="38165" x="6002338" y="3473450"/>
          <p14:tracePt t="38173" x="5995988" y="3479800"/>
          <p14:tracePt t="38180" x="5976938" y="3486150"/>
          <p14:tracePt t="38187" x="5957888" y="3492500"/>
          <p14:tracePt t="38193" x="5932488" y="3505200"/>
          <p14:tracePt t="38201" x="5900738" y="3524250"/>
          <p14:tracePt t="38207" x="5862638" y="3536950"/>
          <p14:tracePt t="38214" x="5830888" y="3543300"/>
          <p14:tracePt t="38223" x="5799138" y="3556000"/>
          <p14:tracePt t="38229" x="5773738" y="3562350"/>
          <p14:tracePt t="38236" x="5748338" y="3562350"/>
          <p14:tracePt t="38242" x="5729288" y="3562350"/>
          <p14:tracePt t="38249" x="5708650" y="3562350"/>
          <p14:tracePt t="38256" x="5689600" y="3562350"/>
          <p14:tracePt t="38263" x="5670550" y="3562350"/>
          <p14:tracePt t="38272" x="5657850" y="3562350"/>
          <p14:tracePt t="38277" x="5651500" y="3562350"/>
          <p14:tracePt t="38284" x="5638800" y="3562350"/>
          <p14:tracePt t="38290" x="5632450" y="3562350"/>
          <p14:tracePt t="38298" x="5626100" y="3562350"/>
          <p14:tracePt t="38311" x="5619750" y="3562350"/>
          <p14:tracePt t="38320" x="5613400" y="3562350"/>
          <p14:tracePt t="38570" x="5511800" y="3556000"/>
          <p14:tracePt t="38576" x="5308600" y="3498850"/>
          <p14:tracePt t="38583" x="5084763" y="3441700"/>
          <p14:tracePt t="38590" x="4887913" y="3365500"/>
          <p14:tracePt t="38599" x="4708525" y="3308350"/>
          <p14:tracePt t="38604" x="4530725" y="3232150"/>
          <p14:tracePt t="38611" x="4325938" y="3167063"/>
          <p14:tracePt t="38618" x="4148138" y="3116263"/>
          <p14:tracePt t="38625" x="3995738" y="3065463"/>
          <p14:tracePt t="38632" x="3835400" y="3014663"/>
          <p14:tracePt t="38642" x="3695700" y="2970213"/>
          <p14:tracePt t="38647" x="3594100" y="2919413"/>
          <p14:tracePt t="38654" x="3524250" y="2874963"/>
          <p14:tracePt t="38660" x="3460750" y="2843213"/>
          <p14:tracePt t="38666" x="3414713" y="2811463"/>
          <p14:tracePt t="38673" x="3370263" y="2792413"/>
          <p14:tracePt t="38680" x="3319463" y="2765425"/>
          <p14:tracePt t="38688" x="3268663" y="2740025"/>
          <p14:tracePt t="38696" x="3217863" y="2720975"/>
          <p14:tracePt t="38703" x="3154363" y="2701925"/>
          <p14:tracePt t="38709" x="3090863" y="2689225"/>
          <p14:tracePt t="38715" x="3033713" y="2676525"/>
          <p14:tracePt t="38722" x="2968625" y="2670175"/>
          <p14:tracePt t="38729" x="2911475" y="2663825"/>
          <p14:tracePt t="38736" x="2867025" y="2657475"/>
          <p14:tracePt t="38744" x="2822575" y="2657475"/>
          <p14:tracePt t="38751" x="2778125" y="2651125"/>
          <p14:tracePt t="38757" x="2746375" y="2651125"/>
          <p14:tracePt t="38764" x="2714625" y="2651125"/>
          <p14:tracePt t="38771" x="2670175" y="2651125"/>
          <p14:tracePt t="38778" x="2632075" y="2651125"/>
          <p14:tracePt t="38787" x="2581275" y="2651125"/>
          <p14:tracePt t="38792" x="2530475" y="2651125"/>
          <p14:tracePt t="38799" x="2471738" y="2651125"/>
          <p14:tracePt t="38806" x="2395538" y="2663825"/>
          <p14:tracePt t="38812" x="2287588" y="2676525"/>
          <p14:tracePt t="38820" x="2116138" y="2720975"/>
          <p14:tracePt t="38826" x="1962150" y="2759075"/>
          <p14:tracePt t="38834" x="1809750" y="2784475"/>
          <p14:tracePt t="38841" x="1657350" y="2824163"/>
          <p14:tracePt t="38847" x="1522413" y="2849563"/>
          <p14:tracePt t="38854" x="1427163" y="2868613"/>
          <p14:tracePt t="38861" x="1338263" y="2881313"/>
          <p14:tracePt t="38868" x="1268413" y="2887663"/>
          <p14:tracePt t="38875" x="1217613" y="2887663"/>
          <p14:tracePt t="38883" x="1185863" y="2894013"/>
          <p14:tracePt t="38889" x="1147763" y="2894013"/>
          <p14:tracePt t="38896" x="1127125" y="2894013"/>
          <p14:tracePt t="38903" x="1114425" y="2900363"/>
          <p14:tracePt t="38910" x="1108075" y="2900363"/>
          <p14:tracePt t="38917" x="1101725" y="2900363"/>
          <p14:tracePt t="38925" x="1089025" y="2900363"/>
          <p14:tracePt t="38938" x="1082675" y="2900363"/>
          <p14:tracePt t="38952" x="1076325" y="2906713"/>
          <p14:tracePt t="38959" x="1076325" y="2913063"/>
          <p14:tracePt t="38973" x="1069975" y="2919413"/>
          <p14:tracePt t="38980" x="1069975" y="2925763"/>
          <p14:tracePt t="39204" x="1012825" y="3021013"/>
          <p14:tracePt t="39211" x="962025" y="3103563"/>
          <p14:tracePt t="39216" x="917575" y="3167063"/>
          <p14:tracePt t="39223" x="885825" y="3225800"/>
          <p14:tracePt t="39230" x="860425" y="3263900"/>
          <p14:tracePt t="39238" x="835025" y="3295650"/>
          <p14:tracePt t="39244" x="815975" y="3321050"/>
          <p14:tracePt t="39253" x="803275" y="3346450"/>
          <p14:tracePt t="39259" x="790575" y="3359150"/>
          <p14:tracePt t="39265" x="777875" y="3378200"/>
          <p14:tracePt t="39272" x="765175" y="3390900"/>
          <p14:tracePt t="39279" x="752475" y="3416300"/>
          <p14:tracePt t="39286" x="746125" y="3435350"/>
          <p14:tracePt t="39293" x="733425" y="3460750"/>
          <p14:tracePt t="39302" x="720725" y="3492500"/>
          <p14:tracePt t="39308" x="708025" y="3536950"/>
          <p14:tracePt t="39314" x="695325" y="3575050"/>
          <p14:tracePt t="39321" x="681038" y="3619500"/>
          <p14:tracePt t="39328" x="674688" y="3665538"/>
          <p14:tracePt t="39335" x="668338" y="3697288"/>
          <p14:tracePt t="39342" x="661988" y="3735388"/>
          <p14:tracePt t="39351" x="661988" y="3754438"/>
          <p14:tracePt t="39356" x="655638" y="3773488"/>
          <p14:tracePt t="39363" x="655638" y="3798888"/>
          <p14:tracePt t="39371" x="649288" y="3817938"/>
          <p14:tracePt t="39377" x="649288" y="3843338"/>
          <p14:tracePt t="39383" x="649288" y="3875088"/>
          <p14:tracePt t="39391" x="649288" y="3900488"/>
          <p14:tracePt t="39398" x="649288" y="3932238"/>
          <p14:tracePt t="39405" x="649288" y="3963988"/>
          <p14:tracePt t="39411" x="649288" y="3995738"/>
          <p14:tracePt t="39418" x="649288" y="4021138"/>
          <p14:tracePt t="39426" x="655638" y="4040188"/>
          <p14:tracePt t="39433" x="655638" y="4059238"/>
          <p14:tracePt t="39442" x="655638" y="4079875"/>
          <p14:tracePt t="39446" x="655638" y="4092575"/>
          <p14:tracePt t="39453" x="661988" y="4111625"/>
          <p14:tracePt t="39460" x="661988" y="4124325"/>
          <p14:tracePt t="39467" x="668338" y="4143375"/>
          <p14:tracePt t="39474" x="668338" y="4156075"/>
          <p14:tracePt t="39481" x="674688" y="4162425"/>
          <p14:tracePt t="39489" x="674688" y="4168775"/>
          <p14:tracePt t="39496" x="674688" y="4181475"/>
          <p14:tracePt t="39502" x="681038" y="4187825"/>
          <p14:tracePt t="39509" x="681038" y="4194175"/>
          <p14:tracePt t="39516" x="688975" y="4213225"/>
          <p14:tracePt t="39523" x="688975" y="4225925"/>
          <p14:tracePt t="39530" x="695325" y="4238625"/>
          <p14:tracePt t="39538" x="708025" y="4251325"/>
          <p14:tracePt t="39544" x="714375" y="4270375"/>
          <p14:tracePt t="39551" x="733425" y="4295775"/>
          <p14:tracePt t="39559" x="746125" y="4314825"/>
          <p14:tracePt t="39565" x="758825" y="4333875"/>
          <p14:tracePt t="39572" x="784225" y="4352925"/>
          <p14:tracePt t="39580" x="803275" y="4371975"/>
          <p14:tracePt t="39586" x="822325" y="4384675"/>
          <p14:tracePt t="39593" x="847725" y="4410075"/>
          <p14:tracePt t="39599" x="879475" y="4435475"/>
          <p14:tracePt t="39606" x="917575" y="4467225"/>
          <p14:tracePt t="39613" x="974725" y="4498975"/>
          <p14:tracePt t="39620" x="1031875" y="4538663"/>
          <p14:tracePt t="39628" x="1082675" y="4576763"/>
          <p14:tracePt t="39635" x="1147763" y="4614863"/>
          <p14:tracePt t="39642" x="1192213" y="4646613"/>
          <p14:tracePt t="39648" x="1230313" y="4665663"/>
          <p14:tracePt t="39655" x="1262063" y="4684713"/>
          <p14:tracePt t="39663" x="1287463" y="4691063"/>
          <p14:tracePt t="39672" x="1319213" y="4710113"/>
          <p14:tracePt t="39677" x="1357313" y="4722813"/>
          <p14:tracePt t="39683" x="1389063" y="4735513"/>
          <p14:tracePt t="39690" x="1446213" y="4748213"/>
          <p14:tracePt t="39697" x="1503363" y="4760913"/>
          <p14:tracePt t="39704" x="1554163" y="4767263"/>
          <p14:tracePt t="39711" x="1598613" y="4773613"/>
          <p14:tracePt t="39717" x="1638300" y="4779963"/>
          <p14:tracePt t="39728" x="1670050" y="4786313"/>
          <p14:tracePt t="39731" x="1714500" y="4792663"/>
          <p14:tracePt t="39739" x="1758950" y="4799013"/>
          <p14:tracePt t="39745" x="1809750" y="4799013"/>
          <p14:tracePt t="39752" x="1854200" y="4799013"/>
          <p14:tracePt t="39759" x="1892300" y="4805363"/>
          <p14:tracePt t="39768" x="1924050" y="4805363"/>
          <p14:tracePt t="39774" x="1949450" y="4805363"/>
          <p14:tracePt t="39785" x="1974850" y="4805363"/>
          <p14:tracePt t="39788" x="1993900" y="4805363"/>
          <p14:tracePt t="39794" x="2019300" y="4805363"/>
          <p14:tracePt t="39801" x="2058988" y="4805363"/>
          <p14:tracePt t="39808" x="2109788" y="4805363"/>
          <p14:tracePt t="39818" x="2160588" y="4805363"/>
          <p14:tracePt t="39823" x="2230438" y="4799013"/>
          <p14:tracePt t="39829" x="2293938" y="4792663"/>
          <p14:tracePt t="39836" x="2344738" y="4786313"/>
          <p14:tracePt t="39843" x="2382838" y="4786313"/>
          <p14:tracePt t="39850" x="2420938" y="4779963"/>
          <p14:tracePt t="39857" x="2446338" y="4773613"/>
          <p14:tracePt t="39864" x="2478088" y="4773613"/>
          <p14:tracePt t="39871" x="2517775" y="4767263"/>
          <p14:tracePt t="39878" x="2555875" y="4760913"/>
          <p14:tracePt t="39885" x="2587625" y="4760913"/>
          <p14:tracePt t="39892" x="2638425" y="4754563"/>
          <p14:tracePt t="39899" x="2689225" y="4748213"/>
          <p14:tracePt t="39907" x="2733675" y="4741863"/>
          <p14:tracePt t="39913" x="2771775" y="4735513"/>
          <p14:tracePt t="39920" x="2816225" y="4729163"/>
          <p14:tracePt t="39926" x="2847975" y="4722813"/>
          <p14:tracePt t="39934" x="2892425" y="4716463"/>
          <p14:tracePt t="39941" x="2936875" y="4703763"/>
          <p14:tracePt t="39948" x="2976563" y="4697413"/>
          <p14:tracePt t="39956" x="3021013" y="4691063"/>
          <p14:tracePt t="39962" x="3052763" y="4684713"/>
          <p14:tracePt t="39968" x="3090863" y="4684713"/>
          <p14:tracePt t="39976" x="3116263" y="4684713"/>
          <p14:tracePt t="39982" x="3141663" y="4678363"/>
          <p14:tracePt t="39990" x="3160713" y="4672013"/>
          <p14:tracePt t="39997" x="3192463" y="4665663"/>
          <p14:tracePt t="40005" x="3217863" y="4659313"/>
          <p14:tracePt t="40012" x="3255963" y="4652963"/>
          <p14:tracePt t="40017" x="3294063" y="4633913"/>
          <p14:tracePt t="40024" x="3338513" y="4621213"/>
          <p14:tracePt t="40031" x="3382963" y="4608513"/>
          <p14:tracePt t="40039" x="3421063" y="4589463"/>
          <p14:tracePt t="40045" x="3448050" y="4583113"/>
          <p14:tracePt t="40052" x="3479800" y="4564063"/>
          <p14:tracePt t="40059" x="3498850" y="4551363"/>
          <p14:tracePt t="40066" x="3511550" y="4538663"/>
          <p14:tracePt t="40073" x="3530600" y="4525963"/>
          <p14:tracePt t="40080" x="3536950" y="4519613"/>
          <p14:tracePt t="40087" x="3549650" y="4506913"/>
          <p14:tracePt t="40095" x="3568700" y="4498975"/>
          <p14:tracePt t="40101" x="3581400" y="4486275"/>
          <p14:tracePt t="40107" x="3594100" y="4473575"/>
          <p14:tracePt t="40115" x="3619500" y="4448175"/>
          <p14:tracePt t="40122" x="3638550" y="4429125"/>
          <p14:tracePt t="40129" x="3670300" y="4391025"/>
          <p14:tracePt t="40136" x="3714750" y="4352925"/>
          <p14:tracePt t="40143" x="3746500" y="4302125"/>
          <p14:tracePt t="40150" x="3778250" y="4264025"/>
          <p14:tracePt t="40156" x="3803650" y="4225925"/>
          <p14:tracePt t="40164" x="3822700" y="4194175"/>
          <p14:tracePt t="40171" x="3835400" y="4175125"/>
          <p14:tracePt t="40178" x="3848100" y="4156075"/>
          <p14:tracePt t="40184" x="3860800" y="4137025"/>
          <p14:tracePt t="40192" x="3860800" y="4124325"/>
          <p14:tracePt t="40200" x="3867150" y="4111625"/>
          <p14:tracePt t="40205" x="3873500" y="4098925"/>
          <p14:tracePt t="40212" x="3873500" y="4086225"/>
          <p14:tracePt t="40220" x="3873500" y="4059238"/>
          <p14:tracePt t="40227" x="3873500" y="4027488"/>
          <p14:tracePt t="40235" x="3873500" y="3989388"/>
          <p14:tracePt t="40241" x="3873500" y="3938588"/>
          <p14:tracePt t="40247" x="3867150" y="3875088"/>
          <p14:tracePt t="40254" x="3867150" y="3830638"/>
          <p14:tracePt t="40261" x="3860800" y="3805238"/>
          <p14:tracePt t="40268" x="3854450" y="3779838"/>
          <p14:tracePt t="40275" x="3841750" y="3754438"/>
          <p14:tracePt t="40283" x="3841750" y="3741738"/>
          <p14:tracePt t="40289" x="3835400" y="3729038"/>
          <p14:tracePt t="40296" x="3822700" y="3716338"/>
          <p14:tracePt t="40303" x="3816350" y="3697288"/>
          <p14:tracePt t="40310" x="3797300" y="3671888"/>
          <p14:tracePt t="40317" x="3778250" y="3638550"/>
          <p14:tracePt t="40324" x="3746500" y="3613150"/>
          <p14:tracePt t="40331" x="3714750" y="3568700"/>
          <p14:tracePt t="40338" x="3676650" y="3530600"/>
          <p14:tracePt t="40345" x="3638550" y="3492500"/>
          <p14:tracePt t="40352" x="3594100" y="3460750"/>
          <p14:tracePt t="40358" x="3562350" y="3429000"/>
          <p14:tracePt t="40365" x="3530600" y="3403600"/>
          <p14:tracePt t="40372" x="3498850" y="3384550"/>
          <p14:tracePt t="40380" x="3467100" y="3359150"/>
          <p14:tracePt t="40386" x="3441700" y="3346450"/>
          <p14:tracePt t="40393" x="3408363" y="3327400"/>
          <p14:tracePt t="40400" x="3389313" y="3308350"/>
          <p14:tracePt t="40407" x="3357563" y="3282950"/>
          <p14:tracePt t="40414" x="3325813" y="3263900"/>
          <p14:tracePt t="40422" x="3287713" y="3251200"/>
          <p14:tracePt t="40428" x="3249613" y="3225800"/>
          <p14:tracePt t="40435" x="3198813" y="3192463"/>
          <p14:tracePt t="40442" x="3135313" y="3167063"/>
          <p14:tracePt t="40449" x="3065463" y="3128963"/>
          <p14:tracePt t="40456" x="2995613" y="3097213"/>
          <p14:tracePt t="40463" x="2930525" y="3065463"/>
          <p14:tracePt t="40471" x="2867025" y="3046413"/>
          <p14:tracePt t="40477" x="2816225" y="3027363"/>
          <p14:tracePt t="40484" x="2752725" y="3008313"/>
          <p14:tracePt t="40491" x="2695575" y="2989263"/>
          <p14:tracePt t="40498" x="2638425" y="2976563"/>
          <p14:tracePt t="40505" x="2581275" y="2957513"/>
          <p14:tracePt t="40511" x="2517775" y="2938463"/>
          <p14:tracePt t="40520" x="2465388" y="2932113"/>
          <p14:tracePt t="40525" x="2401888" y="2919413"/>
          <p14:tracePt t="40532" x="2344738" y="2913063"/>
          <p14:tracePt t="40539" x="2274888" y="2906713"/>
          <p14:tracePt t="40546" x="2217738" y="2900363"/>
          <p14:tracePt t="40553" x="2147888" y="2894013"/>
          <p14:tracePt t="40562" x="2084388" y="2887663"/>
          <p14:tracePt t="40570" x="2025650" y="2881313"/>
          <p14:tracePt t="40574" x="1968500" y="2874963"/>
          <p14:tracePt t="40581" x="1917700" y="2874963"/>
          <p14:tracePt t="40588" x="1854200" y="2874963"/>
          <p14:tracePt t="40595" x="1803400" y="2874963"/>
          <p14:tracePt t="40602" x="1752600" y="2874963"/>
          <p14:tracePt t="40610" x="1701800" y="2874963"/>
          <p14:tracePt t="40617" x="1651000" y="2874963"/>
          <p14:tracePt t="40623" x="1606550" y="2874963"/>
          <p14:tracePt t="40630" x="1554163" y="2881313"/>
          <p14:tracePt t="40637" x="1516063" y="2887663"/>
          <p14:tracePt t="40643" x="1484313" y="2894013"/>
          <p14:tracePt t="40651" x="1452563" y="2900363"/>
          <p14:tracePt t="40659" x="1427163" y="2906713"/>
          <p14:tracePt t="40665" x="1408113" y="2919413"/>
          <p14:tracePt t="40672" x="1389063" y="2925763"/>
          <p14:tracePt t="40679" x="1363663" y="2925763"/>
          <p14:tracePt t="40685" x="1350963" y="2938463"/>
          <p14:tracePt t="40693" x="1338263" y="2944813"/>
          <p14:tracePt t="40702" x="1325563" y="2951163"/>
          <p14:tracePt t="40707" x="1300163" y="2970213"/>
          <p14:tracePt t="40714" x="1274763" y="2989263"/>
          <p14:tracePt t="40720" x="1249363" y="3014663"/>
          <p14:tracePt t="40728" x="1211263" y="3046413"/>
          <p14:tracePt t="40734" x="1179513" y="3078163"/>
          <p14:tracePt t="40741" x="1147763" y="3116263"/>
          <p14:tracePt t="40749" x="1120775" y="3148013"/>
          <p14:tracePt t="40755" x="1089025" y="3186113"/>
          <p14:tracePt t="40763" x="1069975" y="3219450"/>
          <p14:tracePt t="40769" x="1050925" y="3238500"/>
          <p14:tracePt t="40776" x="1038225" y="3270250"/>
          <p14:tracePt t="40783" x="1019175" y="3289300"/>
          <p14:tracePt t="40790" x="1012825" y="3321050"/>
          <p14:tracePt t="40799" x="1000125" y="3346450"/>
          <p14:tracePt t="40805" x="993775" y="3390900"/>
          <p14:tracePt t="40811" x="987425" y="3435350"/>
          <p14:tracePt t="40819" x="981075" y="3473450"/>
          <p14:tracePt t="40825" x="974725" y="3517900"/>
          <p14:tracePt t="40832" x="968375" y="3562350"/>
          <p14:tracePt t="40839" x="968375" y="3600450"/>
          <p14:tracePt t="40846" x="962025" y="3632200"/>
          <p14:tracePt t="40853" x="962025" y="3652838"/>
          <p14:tracePt t="40860" x="962025" y="3678238"/>
          <p14:tracePt t="40867" x="962025" y="3703638"/>
          <p14:tracePt t="40874" x="968375" y="3729038"/>
          <p14:tracePt t="40881" x="974725" y="3773488"/>
          <p14:tracePt t="40889" x="987425" y="3817938"/>
          <p14:tracePt t="40896" x="1000125" y="3868738"/>
          <p14:tracePt t="40902" x="1025525" y="3925888"/>
          <p14:tracePt t="40908" x="1050925" y="3976688"/>
          <p14:tracePt t="40915" x="1076325" y="4033838"/>
          <p14:tracePt t="40922" x="1108075" y="4079875"/>
          <p14:tracePt t="40930" x="1139825" y="4124325"/>
          <p14:tracePt t="40938" x="1173163" y="4175125"/>
          <p14:tracePt t="40943" x="1204913" y="4219575"/>
          <p14:tracePt t="40951" x="1236663" y="4251325"/>
          <p14:tracePt t="40957" x="1268413" y="4289425"/>
          <p14:tracePt t="40964" x="1312863" y="4321175"/>
          <p14:tracePt t="40971" x="1357313" y="4346575"/>
          <p14:tracePt t="40978" x="1401763" y="4378325"/>
          <p14:tracePt t="40986" x="1446213" y="4403725"/>
          <p14:tracePt t="40992" x="1484313" y="4429125"/>
          <p14:tracePt t="40999" x="1516063" y="4448175"/>
          <p14:tracePt t="41006" x="1554163" y="4467225"/>
          <p14:tracePt t="41013" x="1592263" y="4479925"/>
          <p14:tracePt t="41020" x="1638300" y="4506913"/>
          <p14:tracePt t="41028" x="1682750" y="4525963"/>
          <p14:tracePt t="41036" x="1727200" y="4545013"/>
          <p14:tracePt t="41041" x="1771650" y="4564063"/>
          <p14:tracePt t="41048" x="1822450" y="4583113"/>
          <p14:tracePt t="41055" x="1866900" y="4602163"/>
          <p14:tracePt t="41062" x="1892300" y="4621213"/>
          <p14:tracePt t="41069" x="1930400" y="4633913"/>
          <p14:tracePt t="41077" x="1962150" y="4640263"/>
          <p14:tracePt t="41083" x="2006600" y="4652963"/>
          <p14:tracePt t="41090" x="2058988" y="4678363"/>
          <p14:tracePt t="41097" x="2128838" y="4691063"/>
          <p14:tracePt t="41103" x="2211388" y="4697413"/>
          <p14:tracePt t="41110" x="2287588" y="4703763"/>
          <p14:tracePt t="41117" x="2351088" y="4710113"/>
          <p14:tracePt t="41126" x="2408238" y="4710113"/>
          <p14:tracePt t="41131" x="2478088" y="4710113"/>
          <p14:tracePt t="41139" x="2555875" y="4710113"/>
          <p14:tracePt t="41145" x="2619375" y="4703763"/>
          <p14:tracePt t="41152" x="2689225" y="4703763"/>
          <p14:tracePt t="41160" x="2733675" y="4697413"/>
          <p14:tracePt t="41168" x="2778125" y="4691063"/>
          <p14:tracePt t="41174" x="2809875" y="4691063"/>
          <p14:tracePt t="41180" x="2847975" y="4684713"/>
          <p14:tracePt t="41187" x="2879725" y="4678363"/>
          <p14:tracePt t="41194" x="2936875" y="4672013"/>
          <p14:tracePt t="41201" x="2989263" y="4665663"/>
          <p14:tracePt t="41208" x="3040063" y="4659313"/>
          <p14:tracePt t="41216" x="3078163" y="4652963"/>
          <p14:tracePt t="41222" x="3109913" y="4646613"/>
          <p14:tracePt t="41229" x="3141663" y="4633913"/>
          <p14:tracePt t="41236" x="3160713" y="4627563"/>
          <p14:tracePt t="41243" x="3179763" y="4627563"/>
          <p14:tracePt t="41250" x="3192463" y="4621213"/>
          <p14:tracePt t="41257" x="3205163" y="4614863"/>
          <p14:tracePt t="41264" x="3217863" y="4608513"/>
          <p14:tracePt t="41271" x="3236913" y="4608513"/>
          <p14:tracePt t="41278" x="3249613" y="4602163"/>
          <p14:tracePt t="41285" x="3255963" y="4595813"/>
          <p14:tracePt t="41292" x="3262313" y="4595813"/>
          <p14:tracePt t="41299" x="3268663" y="4595813"/>
          <p14:tracePt t="41306" x="3275013" y="4595813"/>
          <p14:tracePt t="41313" x="3281363" y="4589463"/>
          <p14:tracePt t="41326" x="3287713" y="4589463"/>
          <p14:tracePt t="41341" x="3294063" y="4589463"/>
          <p14:tracePt t="41347" x="3300413" y="4589463"/>
          <p14:tracePt t="41362" x="3306763" y="4589463"/>
          <p14:tracePt t="41389" x="3313113" y="4589463"/>
          <p14:tracePt t="51131" x="3243263" y="4602163"/>
          <p14:tracePt t="51137" x="3167063" y="4627563"/>
          <p14:tracePt t="51144" x="3090863" y="4665663"/>
          <p14:tracePt t="51151" x="3014663" y="4716463"/>
          <p14:tracePt t="51158" x="2943225" y="4754563"/>
          <p14:tracePt t="51166" x="2898775" y="4805363"/>
          <p14:tracePt t="51174" x="2854325" y="4837113"/>
          <p14:tracePt t="51179" x="2835275" y="4868863"/>
          <p14:tracePt t="51186" x="2809875" y="4894263"/>
          <p14:tracePt t="51193" x="2797175" y="4906963"/>
          <p14:tracePt t="51200" x="2784475" y="4913313"/>
          <p14:tracePt t="51207" x="2778125" y="4919663"/>
          <p14:tracePt t="51214" x="2771775" y="4926013"/>
          <p14:tracePt t="51222" x="2765425" y="4933950"/>
          <p14:tracePt t="51228" x="2752725" y="4940300"/>
          <p14:tracePt t="51235" x="2746375" y="4953000"/>
          <p14:tracePt t="51242" x="2740025" y="4965700"/>
          <p14:tracePt t="51249" x="2720975" y="4978400"/>
          <p14:tracePt t="51256" x="2708275" y="4997450"/>
          <p14:tracePt t="51263" x="2682875" y="5029200"/>
          <p14:tracePt t="51271" x="2657475" y="5054600"/>
          <p14:tracePt t="51277" x="2625725" y="5092700"/>
          <p14:tracePt t="51284" x="2600325" y="5124450"/>
          <p14:tracePt t="51883" x="0" y="0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1222</Words>
  <Application>Microsoft Office PowerPoint</Application>
  <PresentationFormat>On-screen Show (16:9)</PresentationFormat>
  <Paragraphs>131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Calibri</vt:lpstr>
      <vt:lpstr>Inter Medium</vt:lpstr>
      <vt:lpstr>Times New Roman</vt:lpstr>
      <vt:lpstr>Inter ExtraBold</vt:lpstr>
      <vt:lpstr>Arial</vt:lpstr>
      <vt:lpstr>Inter SemiBold</vt:lpstr>
      <vt:lpstr>Garamond</vt:lpstr>
      <vt:lpstr>Inter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abhinav dhyani</dc:creator>
  <cp:lastModifiedBy>abhinav dhyani</cp:lastModifiedBy>
  <cp:revision>4</cp:revision>
  <dcterms:modified xsi:type="dcterms:W3CDTF">2026-09-30T07:01:05Z</dcterms:modified>
</cp:coreProperties>
</file>