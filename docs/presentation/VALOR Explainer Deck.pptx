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IH26181 · TEAM CHIPSTERS · MEDTECH TRACK VALOR Vital and Atmospheric Logic for Offline Rescue An offline health companion and disaster monitor, worn on the wris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When the network dies, health data should not. Cloud fails Towers and internet go down in floods, cyclones and quakes. Cloud wearables go silent. Apps are split Health tracking and weather alerts are separate products. Nobody reads them together. VALOR Fuse body and environment signals on the wrist. Run everything on the device. Warn early.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wo brains, one wearable Sensors PPG · IMU · Air quality · Temp/humidity/pressure · GPS → ESP32-S3 Core 0: sensing · Core 1: analysis, AI, rules ⇄ FPGA Filter · peak detector · 20 ns timestamps SPI link, 1 MHz, carries the IR sample down and the beat result back OLED emergency card Blue LED blinks on each detected beat Buzzer sounds when SOS goes active Wi-Fi offline dashboard on the board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Hardware architecture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From breadboard to prototype board Stage 1: breadboard bench build, with the PMS5003 dust sensor Stage 2: soldered board with ShrikeFi, GNSS, IMU, OLED, buzzer and sensors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Prototype bill of materials Part Role Price PMS5003 Dust / smoke (PM1, PM2.5, PM10) ₹1,600 NEO-8N GNSS Satellite position ₹1,100 ShrikeFi (ESP32-S3 + ForgeFPGA) Compute ₹900 TMP117 Skin temperature (failed on bench) ₹400 BME280 Temp, humidity, pressure ₹300 OLED 128×64 Local display ₹200 MAX30102 Pulse and SpO₂ sensor ₹192 MPU6050 Motion, fall detection ₹190 Buzzer SOS alert sound ₹29 Push button Cancel input ₹5 Total ₹4,916 ten parts, one of each Prototype parts only. Volume production cost and battery are not costed yet.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One heartbeat, end to end 1 MAX30102 samples IR light every 10 ms 2 ESP32 removes baseline, scales to 8 bits 3 Sample sent to FPGA over SPI 4 FPGA filters 8 taps, runs peak detector 5 FPGA latches interval, pulses LED 50 ms 6 Result and 32-bit interval return on SPI 7 Core 0 keeps 30 to 250 BPM only 8 Core 1 computes HR, HRV, SpO₂, risk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The peak detector finds a pulse shape ARMED Waits for a rising crossing of 120 → RISING Tracks the highest sample → PEAK_FOUND One clock: beat flag, latch interval → REFRACTORY Ignores the dicrotic notch for 250 ms 25% fall below the crest marks a peak 240 BPM rate cap set by the 250 ms blanking 20 ns hardware timestamp resolution at 50 MHz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Simulation proof of the peak detector Compressed time Refractory is shortened so the run finishes in microseconds. These two beats are 3279 cycles × 20 ns ≈ 66 µs apart. Real beats are about 0.8 s apart, roughly 40 million 50 MHz cycles.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Built and checked on ForgeFPGA 515 LUT5 about 46% of 1,120 105 / 140 CLBs the real limit, 75% used +7.316 ns slack, Fmax 78.85 MHz Zynq-7000 is the golden reference (6/6 checks). ForgeFPGA on ShrikeFi is the demo (13/13 checks).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On-device AI with rule overrides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Fixed rules always beat the AI Hard overrides force CRITICAL SpO₂ ≤ 88% Heart rate ≥ 150 BPM mNEWS2 ≥ 7 Pressure falling ≥ 2.0 hPa/hr Tiny on-device network 24 → 16 → 3 neurons, INT8 weights 619 bytes of flash, no cloud Outputs: heat, pollution, flood and cold-exposure risk Benchmark on real ICU records: specificity 98.19%, sensitivity 58.18%. Hard rules catch what the network misses.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Where it goes: the wrist form factor Concept render Shows the target wearable layout. It is not the built prototype. The prototype uses ESP32-S3 and ForgeFPGA, a PMS5003 and USB power.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VALOR: Explainer Deck</dc:title>
  <dc:subject/>
  <dc:creator/>
  <cp:lastModifiedBy/>
  <cp:revision>1</cp:revision>
  <dcterms:created xsi:type="dcterms:W3CDTF">2026-10-24T08:46:43Z</dcterms:created>
  <dcterms:modified xsi:type="dcterms:W3CDTF">2026-10-24T08:46:43Z</dcterms:modified>
</cp:coreProperties>
</file>